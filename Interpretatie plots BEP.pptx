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8" r:id="rId2"/>
    <p:sldId id="257" r:id="rId3"/>
    <p:sldId id="260" r:id="rId4"/>
    <p:sldId id="259" r:id="rId5"/>
    <p:sldId id="261" r:id="rId6"/>
    <p:sldId id="276" r:id="rId7"/>
    <p:sldId id="262" r:id="rId8"/>
    <p:sldId id="263" r:id="rId9"/>
    <p:sldId id="264" r:id="rId10"/>
    <p:sldId id="265" r:id="rId11"/>
    <p:sldId id="266" r:id="rId12"/>
    <p:sldId id="275" r:id="rId13"/>
    <p:sldId id="267" r:id="rId14"/>
    <p:sldId id="269" r:id="rId15"/>
    <p:sldId id="270" r:id="rId16"/>
    <p:sldId id="272" r:id="rId17"/>
    <p:sldId id="273" r:id="rId18"/>
    <p:sldId id="274" r:id="rId19"/>
    <p:sldId id="277" r:id="rId20"/>
    <p:sldId id="278" r:id="rId21"/>
    <p:sldId id="279" r:id="rId22"/>
    <p:sldId id="280" r:id="rId2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DA17AF-BB78-46DB-BCA3-BB13502BA92F}" v="65" dt="2026-01-29T08:59:11.6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73" autoAdjust="0"/>
  </p:normalViewPr>
  <p:slideViewPr>
    <p:cSldViewPr snapToGrid="0">
      <p:cViewPr>
        <p:scale>
          <a:sx n="125" d="100"/>
          <a:sy n="125" d="100"/>
        </p:scale>
        <p:origin x="96" y="-1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>
      <p:cViewPr>
        <p:scale>
          <a:sx n="125" d="100"/>
          <a:sy n="125" d="100"/>
        </p:scale>
        <p:origin x="3012" y="-77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e Sophia Huitema" userId="1a040831fc7e8278" providerId="LiveId" clId="{5DB01EA1-AEC0-4459-B203-A7587169DCBA}"/>
    <pc:docChg chg="undo custSel addSld delSld modSld sldOrd">
      <pc:chgData name="Anne Sophia Huitema" userId="1a040831fc7e8278" providerId="LiveId" clId="{5DB01EA1-AEC0-4459-B203-A7587169DCBA}" dt="2026-01-29T08:59:30.115" v="732" actId="1076"/>
      <pc:docMkLst>
        <pc:docMk/>
      </pc:docMkLst>
      <pc:sldChg chg="addSp modSp new mod ord setBg">
        <pc:chgData name="Anne Sophia Huitema" userId="1a040831fc7e8278" providerId="LiveId" clId="{5DB01EA1-AEC0-4459-B203-A7587169DCBA}" dt="2026-01-09T14:31:26.298" v="194" actId="26606"/>
        <pc:sldMkLst>
          <pc:docMk/>
          <pc:sldMk cId="3708925297" sldId="257"/>
        </pc:sldMkLst>
        <pc:spChg chg="mod">
          <ac:chgData name="Anne Sophia Huitema" userId="1a040831fc7e8278" providerId="LiveId" clId="{5DB01EA1-AEC0-4459-B203-A7587169DCBA}" dt="2026-01-09T14:31:26.298" v="194" actId="26606"/>
          <ac:spMkLst>
            <pc:docMk/>
            <pc:sldMk cId="3708925297" sldId="257"/>
            <ac:spMk id="2" creationId="{15049F3C-10D1-D4DB-CD65-26BD06F2F63A}"/>
          </ac:spMkLst>
        </pc:spChg>
        <pc:spChg chg="add">
          <ac:chgData name="Anne Sophia Huitema" userId="1a040831fc7e8278" providerId="LiveId" clId="{5DB01EA1-AEC0-4459-B203-A7587169DCBA}" dt="2026-01-09T14:31:26.298" v="194" actId="26606"/>
          <ac:spMkLst>
            <pc:docMk/>
            <pc:sldMk cId="3708925297" sldId="257"/>
            <ac:spMk id="12" creationId="{7C98A213-5994-475E-B327-DC6EC27FBA8B}"/>
          </ac:spMkLst>
        </pc:spChg>
        <pc:spChg chg="add">
          <ac:chgData name="Anne Sophia Huitema" userId="1a040831fc7e8278" providerId="LiveId" clId="{5DB01EA1-AEC0-4459-B203-A7587169DCBA}" dt="2026-01-09T14:31:26.298" v="194" actId="26606"/>
          <ac:spMkLst>
            <pc:docMk/>
            <pc:sldMk cId="3708925297" sldId="257"/>
            <ac:spMk id="14" creationId="{4B030A0D-0DAD-4A99-89BB-419527D6A64B}"/>
          </ac:spMkLst>
        </pc:spChg>
        <pc:picChg chg="add mod">
          <ac:chgData name="Anne Sophia Huitema" userId="1a040831fc7e8278" providerId="LiveId" clId="{5DB01EA1-AEC0-4459-B203-A7587169DCBA}" dt="2026-01-09T14:31:26.298" v="194" actId="26606"/>
          <ac:picMkLst>
            <pc:docMk/>
            <pc:sldMk cId="3708925297" sldId="257"/>
            <ac:picMk id="4" creationId="{941FB857-8653-EBEF-44E8-B69554451730}"/>
          </ac:picMkLst>
        </pc:picChg>
        <pc:picChg chg="add mod">
          <ac:chgData name="Anne Sophia Huitema" userId="1a040831fc7e8278" providerId="LiveId" clId="{5DB01EA1-AEC0-4459-B203-A7587169DCBA}" dt="2026-01-09T14:31:26.298" v="194" actId="26606"/>
          <ac:picMkLst>
            <pc:docMk/>
            <pc:sldMk cId="3708925297" sldId="257"/>
            <ac:picMk id="6" creationId="{8D2C337E-B7C6-9203-3B0D-AB84BBBEE827}"/>
          </ac:picMkLst>
        </pc:picChg>
        <pc:picChg chg="add mod">
          <ac:chgData name="Anne Sophia Huitema" userId="1a040831fc7e8278" providerId="LiveId" clId="{5DB01EA1-AEC0-4459-B203-A7587169DCBA}" dt="2026-01-09T14:31:26.298" v="194" actId="26606"/>
          <ac:picMkLst>
            <pc:docMk/>
            <pc:sldMk cId="3708925297" sldId="257"/>
            <ac:picMk id="7" creationId="{97E34025-83EE-398C-5C9A-455DAEB380F6}"/>
          </ac:picMkLst>
        </pc:picChg>
      </pc:sldChg>
      <pc:sldChg chg="modSp new mod">
        <pc:chgData name="Anne Sophia Huitema" userId="1a040831fc7e8278" providerId="LiveId" clId="{5DB01EA1-AEC0-4459-B203-A7587169DCBA}" dt="2026-01-09T14:21:01.125" v="49" actId="20577"/>
        <pc:sldMkLst>
          <pc:docMk/>
          <pc:sldMk cId="41586644" sldId="258"/>
        </pc:sldMkLst>
        <pc:spChg chg="mod">
          <ac:chgData name="Anne Sophia Huitema" userId="1a040831fc7e8278" providerId="LiveId" clId="{5DB01EA1-AEC0-4459-B203-A7587169DCBA}" dt="2026-01-09T14:21:01.125" v="49" actId="20577"/>
          <ac:spMkLst>
            <pc:docMk/>
            <pc:sldMk cId="41586644" sldId="258"/>
            <ac:spMk id="2" creationId="{36632B7F-CCD1-1ABD-8A3C-EFADF4175325}"/>
          </ac:spMkLst>
        </pc:spChg>
      </pc:sldChg>
      <pc:sldChg chg="addSp delSp modSp new mod setBg">
        <pc:chgData name="Anne Sophia Huitema" userId="1a040831fc7e8278" providerId="LiveId" clId="{5DB01EA1-AEC0-4459-B203-A7587169DCBA}" dt="2026-01-09T14:30:37.579" v="184" actId="1076"/>
        <pc:sldMkLst>
          <pc:docMk/>
          <pc:sldMk cId="2905369200" sldId="259"/>
        </pc:sldMkLst>
        <pc:spChg chg="mod">
          <ac:chgData name="Anne Sophia Huitema" userId="1a040831fc7e8278" providerId="LiveId" clId="{5DB01EA1-AEC0-4459-B203-A7587169DCBA}" dt="2026-01-09T14:30:20.822" v="181" actId="26606"/>
          <ac:spMkLst>
            <pc:docMk/>
            <pc:sldMk cId="2905369200" sldId="259"/>
            <ac:spMk id="2" creationId="{43C9E7F1-5DF0-ABAB-2FC1-1F838585C439}"/>
          </ac:spMkLst>
        </pc:spChg>
        <pc:spChg chg="add">
          <ac:chgData name="Anne Sophia Huitema" userId="1a040831fc7e8278" providerId="LiveId" clId="{5DB01EA1-AEC0-4459-B203-A7587169DCBA}" dt="2026-01-09T14:30:20.822" v="181" actId="26606"/>
          <ac:spMkLst>
            <pc:docMk/>
            <pc:sldMk cId="2905369200" sldId="259"/>
            <ac:spMk id="13" creationId="{7C98A213-5994-475E-B327-DC6EC27FBA8B}"/>
          </ac:spMkLst>
        </pc:spChg>
        <pc:spChg chg="add">
          <ac:chgData name="Anne Sophia Huitema" userId="1a040831fc7e8278" providerId="LiveId" clId="{5DB01EA1-AEC0-4459-B203-A7587169DCBA}" dt="2026-01-09T14:30:20.822" v="181" actId="26606"/>
          <ac:spMkLst>
            <pc:docMk/>
            <pc:sldMk cId="2905369200" sldId="259"/>
            <ac:spMk id="15" creationId="{4B030A0D-0DAD-4A99-89BB-419527D6A64B}"/>
          </ac:spMkLst>
        </pc:spChg>
        <pc:picChg chg="add mod ord">
          <ac:chgData name="Anne Sophia Huitema" userId="1a040831fc7e8278" providerId="LiveId" clId="{5DB01EA1-AEC0-4459-B203-A7587169DCBA}" dt="2026-01-09T14:30:35.441" v="183" actId="1076"/>
          <ac:picMkLst>
            <pc:docMk/>
            <pc:sldMk cId="2905369200" sldId="259"/>
            <ac:picMk id="5" creationId="{1FE647C9-0C19-E6E9-0E6F-396CF2E189CD}"/>
          </ac:picMkLst>
        </pc:picChg>
        <pc:picChg chg="add mod ord">
          <ac:chgData name="Anne Sophia Huitema" userId="1a040831fc7e8278" providerId="LiveId" clId="{5DB01EA1-AEC0-4459-B203-A7587169DCBA}" dt="2026-01-09T14:30:20.822" v="181" actId="26606"/>
          <ac:picMkLst>
            <pc:docMk/>
            <pc:sldMk cId="2905369200" sldId="259"/>
            <ac:picMk id="7" creationId="{D64C63DC-9646-16F1-CABE-D61D553C8B7B}"/>
          </ac:picMkLst>
        </pc:picChg>
        <pc:picChg chg="add mod">
          <ac:chgData name="Anne Sophia Huitema" userId="1a040831fc7e8278" providerId="LiveId" clId="{5DB01EA1-AEC0-4459-B203-A7587169DCBA}" dt="2026-01-09T14:30:37.579" v="184" actId="1076"/>
          <ac:picMkLst>
            <pc:docMk/>
            <pc:sldMk cId="2905369200" sldId="259"/>
            <ac:picMk id="8" creationId="{51E7EFD5-AD61-793D-2C91-9BA745BE041A}"/>
          </ac:picMkLst>
        </pc:picChg>
      </pc:sldChg>
      <pc:sldChg chg="addSp delSp modSp new mod setBg">
        <pc:chgData name="Anne Sophia Huitema" userId="1a040831fc7e8278" providerId="LiveId" clId="{5DB01EA1-AEC0-4459-B203-A7587169DCBA}" dt="2026-01-09T14:31:16.094" v="191" actId="1076"/>
        <pc:sldMkLst>
          <pc:docMk/>
          <pc:sldMk cId="3996526532" sldId="260"/>
        </pc:sldMkLst>
        <pc:spChg chg="mod">
          <ac:chgData name="Anne Sophia Huitema" userId="1a040831fc7e8278" providerId="LiveId" clId="{5DB01EA1-AEC0-4459-B203-A7587169DCBA}" dt="2026-01-09T14:31:07.748" v="187" actId="26606"/>
          <ac:spMkLst>
            <pc:docMk/>
            <pc:sldMk cId="3996526532" sldId="260"/>
            <ac:spMk id="2" creationId="{EAFC8236-C50C-CF39-D6BE-DB16AB06C065}"/>
          </ac:spMkLst>
        </pc:spChg>
        <pc:spChg chg="add">
          <ac:chgData name="Anne Sophia Huitema" userId="1a040831fc7e8278" providerId="LiveId" clId="{5DB01EA1-AEC0-4459-B203-A7587169DCBA}" dt="2026-01-09T14:31:07.748" v="187" actId="26606"/>
          <ac:spMkLst>
            <pc:docMk/>
            <pc:sldMk cId="3996526532" sldId="260"/>
            <ac:spMk id="12" creationId="{99ED5833-B85B-4103-8A3B-CAB0308E6C15}"/>
          </ac:spMkLst>
        </pc:spChg>
        <pc:picChg chg="add mod ord">
          <ac:chgData name="Anne Sophia Huitema" userId="1a040831fc7e8278" providerId="LiveId" clId="{5DB01EA1-AEC0-4459-B203-A7587169DCBA}" dt="2026-01-09T14:31:16.094" v="191" actId="1076"/>
          <ac:picMkLst>
            <pc:docMk/>
            <pc:sldMk cId="3996526532" sldId="260"/>
            <ac:picMk id="4" creationId="{345FF518-F670-4179-4096-92A7820FD1BC}"/>
          </ac:picMkLst>
        </pc:picChg>
        <pc:picChg chg="add mod">
          <ac:chgData name="Anne Sophia Huitema" userId="1a040831fc7e8278" providerId="LiveId" clId="{5DB01EA1-AEC0-4459-B203-A7587169DCBA}" dt="2026-01-09T14:31:12.356" v="189" actId="1076"/>
          <ac:picMkLst>
            <pc:docMk/>
            <pc:sldMk cId="3996526532" sldId="260"/>
            <ac:picMk id="7" creationId="{356E6104-DBD6-8477-C8BC-761C5615EE3F}"/>
          </ac:picMkLst>
        </pc:picChg>
      </pc:sldChg>
      <pc:sldChg chg="addSp delSp modSp new mod setBg">
        <pc:chgData name="Anne Sophia Huitema" userId="1a040831fc7e8278" providerId="LiveId" clId="{5DB01EA1-AEC0-4459-B203-A7587169DCBA}" dt="2026-01-29T08:59:30.115" v="732" actId="1076"/>
        <pc:sldMkLst>
          <pc:docMk/>
          <pc:sldMk cId="2362601992" sldId="261"/>
        </pc:sldMkLst>
        <pc:spChg chg="mod">
          <ac:chgData name="Anne Sophia Huitema" userId="1a040831fc7e8278" providerId="LiveId" clId="{5DB01EA1-AEC0-4459-B203-A7587169DCBA}" dt="2026-01-09T14:29:29.728" v="170" actId="26606"/>
          <ac:spMkLst>
            <pc:docMk/>
            <pc:sldMk cId="2362601992" sldId="261"/>
            <ac:spMk id="2" creationId="{91057F3B-A781-0AAC-6BDA-8DB06A72BB1E}"/>
          </ac:spMkLst>
        </pc:spChg>
        <pc:spChg chg="add">
          <ac:chgData name="Anne Sophia Huitema" userId="1a040831fc7e8278" providerId="LiveId" clId="{5DB01EA1-AEC0-4459-B203-A7587169DCBA}" dt="2026-01-09T14:29:29.728" v="170" actId="26606"/>
          <ac:spMkLst>
            <pc:docMk/>
            <pc:sldMk cId="2362601992" sldId="261"/>
            <ac:spMk id="16" creationId="{70155189-D96C-4527-B0EC-654B946BE615}"/>
          </ac:spMkLst>
        </pc:spChg>
        <pc:picChg chg="add mod">
          <ac:chgData name="Anne Sophia Huitema" userId="1a040831fc7e8278" providerId="LiveId" clId="{5DB01EA1-AEC0-4459-B203-A7587169DCBA}" dt="2026-01-29T08:59:30.115" v="732" actId="1076"/>
          <ac:picMkLst>
            <pc:docMk/>
            <pc:sldMk cId="2362601992" sldId="261"/>
            <ac:picMk id="4" creationId="{2DEE343B-2F42-FF77-FA73-ADDC274F2BFC}"/>
          </ac:picMkLst>
        </pc:picChg>
        <pc:picChg chg="add mod ord">
          <ac:chgData name="Anne Sophia Huitema" userId="1a040831fc7e8278" providerId="LiveId" clId="{5DB01EA1-AEC0-4459-B203-A7587169DCBA}" dt="2026-01-09T14:31:53.706" v="195" actId="1076"/>
          <ac:picMkLst>
            <pc:docMk/>
            <pc:sldMk cId="2362601992" sldId="261"/>
            <ac:picMk id="8" creationId="{32D960FC-B7E1-5F71-1066-21B1887554DB}"/>
          </ac:picMkLst>
        </pc:picChg>
        <pc:picChg chg="add mod">
          <ac:chgData name="Anne Sophia Huitema" userId="1a040831fc7e8278" providerId="LiveId" clId="{5DB01EA1-AEC0-4459-B203-A7587169DCBA}" dt="2026-01-09T14:31:59.292" v="198" actId="1076"/>
          <ac:picMkLst>
            <pc:docMk/>
            <pc:sldMk cId="2362601992" sldId="261"/>
            <ac:picMk id="10" creationId="{B3F1160C-18F8-1248-32B2-C4163DE509B1}"/>
          </ac:picMkLst>
        </pc:picChg>
        <pc:picChg chg="add mod">
          <ac:chgData name="Anne Sophia Huitema" userId="1a040831fc7e8278" providerId="LiveId" clId="{5DB01EA1-AEC0-4459-B203-A7587169DCBA}" dt="2026-01-09T14:31:57.788" v="197" actId="1076"/>
          <ac:picMkLst>
            <pc:docMk/>
            <pc:sldMk cId="2362601992" sldId="261"/>
            <ac:picMk id="11" creationId="{F11A3E9C-6466-6300-AA9E-514BCC5F33E5}"/>
          </ac:picMkLst>
        </pc:picChg>
      </pc:sldChg>
      <pc:sldChg chg="addSp delSp modSp new mod">
        <pc:chgData name="Anne Sophia Huitema" userId="1a040831fc7e8278" providerId="LiveId" clId="{5DB01EA1-AEC0-4459-B203-A7587169DCBA}" dt="2026-01-09T14:32:24.371" v="256" actId="20577"/>
        <pc:sldMkLst>
          <pc:docMk/>
          <pc:sldMk cId="2977746422" sldId="262"/>
        </pc:sldMkLst>
        <pc:spChg chg="mod">
          <ac:chgData name="Anne Sophia Huitema" userId="1a040831fc7e8278" providerId="LiveId" clId="{5DB01EA1-AEC0-4459-B203-A7587169DCBA}" dt="2026-01-09T14:32:24.371" v="256" actId="20577"/>
          <ac:spMkLst>
            <pc:docMk/>
            <pc:sldMk cId="2977746422" sldId="262"/>
            <ac:spMk id="2" creationId="{8CBD62D0-D6BA-A135-E43E-C70CF76256DE}"/>
          </ac:spMkLst>
        </pc:spChg>
      </pc:sldChg>
      <pc:sldChg chg="addSp delSp modSp add mod ord">
        <pc:chgData name="Anne Sophia Huitema" userId="1a040831fc7e8278" providerId="LiveId" clId="{5DB01EA1-AEC0-4459-B203-A7587169DCBA}" dt="2026-01-09T14:37:40.102" v="334" actId="1076"/>
        <pc:sldMkLst>
          <pc:docMk/>
          <pc:sldMk cId="2710838027" sldId="263"/>
        </pc:sldMkLst>
        <pc:spChg chg="mod">
          <ac:chgData name="Anne Sophia Huitema" userId="1a040831fc7e8278" providerId="LiveId" clId="{5DB01EA1-AEC0-4459-B203-A7587169DCBA}" dt="2026-01-09T14:37:24.566" v="330" actId="26606"/>
          <ac:spMkLst>
            <pc:docMk/>
            <pc:sldMk cId="2710838027" sldId="263"/>
            <ac:spMk id="2" creationId="{78EE23D1-19D6-6C64-A63E-F17E6A3675B1}"/>
          </ac:spMkLst>
        </pc:spChg>
        <pc:spChg chg="add">
          <ac:chgData name="Anne Sophia Huitema" userId="1a040831fc7e8278" providerId="LiveId" clId="{5DB01EA1-AEC0-4459-B203-A7587169DCBA}" dt="2026-01-09T14:37:24.566" v="330" actId="26606"/>
          <ac:spMkLst>
            <pc:docMk/>
            <pc:sldMk cId="2710838027" sldId="263"/>
            <ac:spMk id="24" creationId="{70155189-D96C-4527-B0EC-654B946BE615}"/>
          </ac:spMkLst>
        </pc:spChg>
        <pc:picChg chg="add mod">
          <ac:chgData name="Anne Sophia Huitema" userId="1a040831fc7e8278" providerId="LiveId" clId="{5DB01EA1-AEC0-4459-B203-A7587169DCBA}" dt="2026-01-09T14:37:24.566" v="330" actId="26606"/>
          <ac:picMkLst>
            <pc:docMk/>
            <pc:sldMk cId="2710838027" sldId="263"/>
            <ac:picMk id="3" creationId="{D3AA9424-1B25-B642-97FB-BF99E39D7FB0}"/>
          </ac:picMkLst>
        </pc:picChg>
        <pc:picChg chg="add mod ord">
          <ac:chgData name="Anne Sophia Huitema" userId="1a040831fc7e8278" providerId="LiveId" clId="{5DB01EA1-AEC0-4459-B203-A7587169DCBA}" dt="2026-01-09T14:37:40.102" v="334" actId="1076"/>
          <ac:picMkLst>
            <pc:docMk/>
            <pc:sldMk cId="2710838027" sldId="263"/>
            <ac:picMk id="5" creationId="{49C5B29A-5BFC-F21B-5E03-0D320C35F458}"/>
          </ac:picMkLst>
        </pc:picChg>
        <pc:picChg chg="add mod">
          <ac:chgData name="Anne Sophia Huitema" userId="1a040831fc7e8278" providerId="LiveId" clId="{5DB01EA1-AEC0-4459-B203-A7587169DCBA}" dt="2026-01-09T14:37:38.351" v="333" actId="1076"/>
          <ac:picMkLst>
            <pc:docMk/>
            <pc:sldMk cId="2710838027" sldId="263"/>
            <ac:picMk id="8" creationId="{747CFC43-660F-854F-A144-9983791676AE}"/>
          </ac:picMkLst>
        </pc:picChg>
      </pc:sldChg>
      <pc:sldChg chg="addSp delSp modSp add mod">
        <pc:chgData name="Anne Sophia Huitema" userId="1a040831fc7e8278" providerId="LiveId" clId="{5DB01EA1-AEC0-4459-B203-A7587169DCBA}" dt="2026-01-09T14:37:48.967" v="335" actId="26606"/>
        <pc:sldMkLst>
          <pc:docMk/>
          <pc:sldMk cId="4203428502" sldId="264"/>
        </pc:sldMkLst>
        <pc:spChg chg="mod">
          <ac:chgData name="Anne Sophia Huitema" userId="1a040831fc7e8278" providerId="LiveId" clId="{5DB01EA1-AEC0-4459-B203-A7587169DCBA}" dt="2026-01-09T14:37:48.967" v="335" actId="26606"/>
          <ac:spMkLst>
            <pc:docMk/>
            <pc:sldMk cId="4203428502" sldId="264"/>
            <ac:spMk id="2" creationId="{2A9B1AAC-59CF-F95D-BF05-CF38A82E0310}"/>
          </ac:spMkLst>
        </pc:spChg>
        <pc:spChg chg="add">
          <ac:chgData name="Anne Sophia Huitema" userId="1a040831fc7e8278" providerId="LiveId" clId="{5DB01EA1-AEC0-4459-B203-A7587169DCBA}" dt="2026-01-09T14:37:48.967" v="335" actId="26606"/>
          <ac:spMkLst>
            <pc:docMk/>
            <pc:sldMk cId="4203428502" sldId="264"/>
            <ac:spMk id="19" creationId="{2151139A-886F-4B97-8815-729AD3831BBD}"/>
          </ac:spMkLst>
        </pc:spChg>
        <pc:spChg chg="add">
          <ac:chgData name="Anne Sophia Huitema" userId="1a040831fc7e8278" providerId="LiveId" clId="{5DB01EA1-AEC0-4459-B203-A7587169DCBA}" dt="2026-01-09T14:37:48.967" v="335" actId="26606"/>
          <ac:spMkLst>
            <pc:docMk/>
            <pc:sldMk cId="4203428502" sldId="264"/>
            <ac:spMk id="21" creationId="{AB5E08C4-8CDD-4623-A5B8-E998C6DEE3B7}"/>
          </ac:spMkLst>
        </pc:spChg>
        <pc:spChg chg="add">
          <ac:chgData name="Anne Sophia Huitema" userId="1a040831fc7e8278" providerId="LiveId" clId="{5DB01EA1-AEC0-4459-B203-A7587169DCBA}" dt="2026-01-09T14:37:48.967" v="335" actId="26606"/>
          <ac:spMkLst>
            <pc:docMk/>
            <pc:sldMk cId="4203428502" sldId="264"/>
            <ac:spMk id="23" creationId="{15F33878-D502-4FFA-8ACE-F2AECDB2A23F}"/>
          </ac:spMkLst>
        </pc:spChg>
        <pc:spChg chg="add">
          <ac:chgData name="Anne Sophia Huitema" userId="1a040831fc7e8278" providerId="LiveId" clId="{5DB01EA1-AEC0-4459-B203-A7587169DCBA}" dt="2026-01-09T14:37:48.967" v="335" actId="26606"/>
          <ac:spMkLst>
            <pc:docMk/>
            <pc:sldMk cId="4203428502" sldId="264"/>
            <ac:spMk id="25" creationId="{D3539FEE-81D3-4406-802E-60B20B16F4F6}"/>
          </ac:spMkLst>
        </pc:spChg>
        <pc:spChg chg="add">
          <ac:chgData name="Anne Sophia Huitema" userId="1a040831fc7e8278" providerId="LiveId" clId="{5DB01EA1-AEC0-4459-B203-A7587169DCBA}" dt="2026-01-09T14:37:48.967" v="335" actId="26606"/>
          <ac:spMkLst>
            <pc:docMk/>
            <pc:sldMk cId="4203428502" sldId="264"/>
            <ac:spMk id="27" creationId="{DC701763-729E-462F-A5A8-E0DEFEB1E2E4}"/>
          </ac:spMkLst>
        </pc:spChg>
        <pc:picChg chg="add mod">
          <ac:chgData name="Anne Sophia Huitema" userId="1a040831fc7e8278" providerId="LiveId" clId="{5DB01EA1-AEC0-4459-B203-A7587169DCBA}" dt="2026-01-09T14:37:48.967" v="335" actId="26606"/>
          <ac:picMkLst>
            <pc:docMk/>
            <pc:sldMk cId="4203428502" sldId="264"/>
            <ac:picMk id="3" creationId="{20DF9FD4-7E2F-05DB-EFF1-457AFD2C24F5}"/>
          </ac:picMkLst>
        </pc:picChg>
        <pc:picChg chg="add mod">
          <ac:chgData name="Anne Sophia Huitema" userId="1a040831fc7e8278" providerId="LiveId" clId="{5DB01EA1-AEC0-4459-B203-A7587169DCBA}" dt="2026-01-09T14:37:48.967" v="335" actId="26606"/>
          <ac:picMkLst>
            <pc:docMk/>
            <pc:sldMk cId="4203428502" sldId="264"/>
            <ac:picMk id="4" creationId="{EB5F7AEE-16F7-80A5-33CD-9EB418AFD08D}"/>
          </ac:picMkLst>
        </pc:picChg>
      </pc:sldChg>
      <pc:sldChg chg="addSp delSp modSp add mod setBg delDesignElem">
        <pc:chgData name="Anne Sophia Huitema" userId="1a040831fc7e8278" providerId="LiveId" clId="{5DB01EA1-AEC0-4459-B203-A7587169DCBA}" dt="2026-01-09T23:47:08.844" v="480"/>
        <pc:sldMkLst>
          <pc:docMk/>
          <pc:sldMk cId="3434402071" sldId="265"/>
        </pc:sldMkLst>
        <pc:spChg chg="mod">
          <ac:chgData name="Anne Sophia Huitema" userId="1a040831fc7e8278" providerId="LiveId" clId="{5DB01EA1-AEC0-4459-B203-A7587169DCBA}" dt="2026-01-09T14:33:25.190" v="273" actId="20577"/>
          <ac:spMkLst>
            <pc:docMk/>
            <pc:sldMk cId="3434402071" sldId="265"/>
            <ac:spMk id="2" creationId="{3D44E08A-2C90-FECA-9BDD-34B9B7FA0B49}"/>
          </ac:spMkLst>
        </pc:spChg>
        <pc:spChg chg="add">
          <ac:chgData name="Anne Sophia Huitema" userId="1a040831fc7e8278" providerId="LiveId" clId="{5DB01EA1-AEC0-4459-B203-A7587169DCBA}" dt="2026-01-09T14:37:58.051" v="336" actId="26606"/>
          <ac:spMkLst>
            <pc:docMk/>
            <pc:sldMk cId="3434402071" sldId="265"/>
            <ac:spMk id="7" creationId="{4B030A0D-0DAD-4A99-89BB-419527D6A64B}"/>
          </ac:spMkLst>
        </pc:spChg>
        <pc:spChg chg="add">
          <ac:chgData name="Anne Sophia Huitema" userId="1a040831fc7e8278" providerId="LiveId" clId="{5DB01EA1-AEC0-4459-B203-A7587169DCBA}" dt="2026-01-09T14:37:58.051" v="336" actId="26606"/>
          <ac:spMkLst>
            <pc:docMk/>
            <pc:sldMk cId="3434402071" sldId="265"/>
            <ac:spMk id="10" creationId="{7C98A213-5994-475E-B327-DC6EC27FBA8B}"/>
          </ac:spMkLst>
        </pc:spChg>
        <pc:picChg chg="add mod">
          <ac:chgData name="Anne Sophia Huitema" userId="1a040831fc7e8278" providerId="LiveId" clId="{5DB01EA1-AEC0-4459-B203-A7587169DCBA}" dt="2026-01-09T14:37:58.051" v="336" actId="26606"/>
          <ac:picMkLst>
            <pc:docMk/>
            <pc:sldMk cId="3434402071" sldId="265"/>
            <ac:picMk id="3" creationId="{4AA033EE-F0EC-53CB-7A26-ADC141022020}"/>
          </ac:picMkLst>
        </pc:picChg>
        <pc:picChg chg="add mod">
          <ac:chgData name="Anne Sophia Huitema" userId="1a040831fc7e8278" providerId="LiveId" clId="{5DB01EA1-AEC0-4459-B203-A7587169DCBA}" dt="2026-01-09T14:37:58.051" v="336" actId="26606"/>
          <ac:picMkLst>
            <pc:docMk/>
            <pc:sldMk cId="3434402071" sldId="265"/>
            <ac:picMk id="4" creationId="{B83D08C1-4DBF-2E35-479B-3249D3026EB1}"/>
          </ac:picMkLst>
        </pc:picChg>
        <pc:picChg chg="add mod">
          <ac:chgData name="Anne Sophia Huitema" userId="1a040831fc7e8278" providerId="LiveId" clId="{5DB01EA1-AEC0-4459-B203-A7587169DCBA}" dt="2026-01-09T14:37:58.051" v="336" actId="26606"/>
          <ac:picMkLst>
            <pc:docMk/>
            <pc:sldMk cId="3434402071" sldId="265"/>
            <ac:picMk id="5" creationId="{733626F7-7E90-037A-F2DE-7B56C2165493}"/>
          </ac:picMkLst>
        </pc:picChg>
      </pc:sldChg>
      <pc:sldChg chg="addSp delSp modSp add mod setBg delDesignElem">
        <pc:chgData name="Anne Sophia Huitema" userId="1a040831fc7e8278" providerId="LiveId" clId="{5DB01EA1-AEC0-4459-B203-A7587169DCBA}" dt="2026-01-09T14:38:29.881" v="340" actId="1076"/>
        <pc:sldMkLst>
          <pc:docMk/>
          <pc:sldMk cId="375581433" sldId="266"/>
        </pc:sldMkLst>
        <pc:spChg chg="mod">
          <ac:chgData name="Anne Sophia Huitema" userId="1a040831fc7e8278" providerId="LiveId" clId="{5DB01EA1-AEC0-4459-B203-A7587169DCBA}" dt="2026-01-09T14:33:30.469" v="277" actId="20577"/>
          <ac:spMkLst>
            <pc:docMk/>
            <pc:sldMk cId="375581433" sldId="266"/>
            <ac:spMk id="2" creationId="{D38CE1DC-5762-B850-134B-05E79FB69E66}"/>
          </ac:spMkLst>
        </pc:spChg>
        <pc:spChg chg="add">
          <ac:chgData name="Anne Sophia Huitema" userId="1a040831fc7e8278" providerId="LiveId" clId="{5DB01EA1-AEC0-4459-B203-A7587169DCBA}" dt="2026-01-09T14:38:19.578" v="337" actId="26606"/>
          <ac:spMkLst>
            <pc:docMk/>
            <pc:sldMk cId="375581433" sldId="266"/>
            <ac:spMk id="7" creationId="{4B030A0D-0DAD-4A99-89BB-419527D6A64B}"/>
          </ac:spMkLst>
        </pc:spChg>
        <pc:spChg chg="add">
          <ac:chgData name="Anne Sophia Huitema" userId="1a040831fc7e8278" providerId="LiveId" clId="{5DB01EA1-AEC0-4459-B203-A7587169DCBA}" dt="2026-01-09T14:38:19.578" v="337" actId="26606"/>
          <ac:spMkLst>
            <pc:docMk/>
            <pc:sldMk cId="375581433" sldId="266"/>
            <ac:spMk id="10" creationId="{7C98A213-5994-475E-B327-DC6EC27FBA8B}"/>
          </ac:spMkLst>
        </pc:spChg>
        <pc:picChg chg="add mod ord">
          <ac:chgData name="Anne Sophia Huitema" userId="1a040831fc7e8278" providerId="LiveId" clId="{5DB01EA1-AEC0-4459-B203-A7587169DCBA}" dt="2026-01-09T14:38:29.881" v="340" actId="1076"/>
          <ac:picMkLst>
            <pc:docMk/>
            <pc:sldMk cId="375581433" sldId="266"/>
            <ac:picMk id="3" creationId="{2383D869-377B-D36E-1944-53C8D852849E}"/>
          </ac:picMkLst>
        </pc:picChg>
        <pc:picChg chg="add mod">
          <ac:chgData name="Anne Sophia Huitema" userId="1a040831fc7e8278" providerId="LiveId" clId="{5DB01EA1-AEC0-4459-B203-A7587169DCBA}" dt="2026-01-09T14:38:26.953" v="339" actId="1076"/>
          <ac:picMkLst>
            <pc:docMk/>
            <pc:sldMk cId="375581433" sldId="266"/>
            <ac:picMk id="4" creationId="{93EFB85D-D0CC-1029-4517-6EF29AB72C9C}"/>
          </ac:picMkLst>
        </pc:picChg>
        <pc:picChg chg="add mod">
          <ac:chgData name="Anne Sophia Huitema" userId="1a040831fc7e8278" providerId="LiveId" clId="{5DB01EA1-AEC0-4459-B203-A7587169DCBA}" dt="2026-01-09T14:38:19.578" v="337" actId="26606"/>
          <ac:picMkLst>
            <pc:docMk/>
            <pc:sldMk cId="375581433" sldId="266"/>
            <ac:picMk id="5" creationId="{AC3B9568-88B9-8108-B230-781C8B4DD292}"/>
          </ac:picMkLst>
        </pc:picChg>
      </pc:sldChg>
      <pc:sldChg chg="addSp delSp modSp new add del mod">
        <pc:chgData name="Anne Sophia Huitema" userId="1a040831fc7e8278" providerId="LiveId" clId="{5DB01EA1-AEC0-4459-B203-A7587169DCBA}" dt="2026-01-09T14:46:28.146" v="359" actId="255"/>
        <pc:sldMkLst>
          <pc:docMk/>
          <pc:sldMk cId="813961624" sldId="267"/>
        </pc:sldMkLst>
        <pc:spChg chg="mod">
          <ac:chgData name="Anne Sophia Huitema" userId="1a040831fc7e8278" providerId="LiveId" clId="{5DB01EA1-AEC0-4459-B203-A7587169DCBA}" dt="2026-01-09T14:46:28.146" v="359" actId="255"/>
          <ac:spMkLst>
            <pc:docMk/>
            <pc:sldMk cId="813961624" sldId="267"/>
            <ac:spMk id="2" creationId="{C610D5C2-34DA-AA06-BC1B-3FF319CFAE4E}"/>
          </ac:spMkLst>
        </pc:spChg>
      </pc:sldChg>
      <pc:sldChg chg="addSp delSp modSp add mod setBg delDesignElem">
        <pc:chgData name="Anne Sophia Huitema" userId="1a040831fc7e8278" providerId="LiveId" clId="{5DB01EA1-AEC0-4459-B203-A7587169DCBA}" dt="2026-01-09T14:49:06.700" v="394" actId="26606"/>
        <pc:sldMkLst>
          <pc:docMk/>
          <pc:sldMk cId="1645305375" sldId="269"/>
        </pc:sldMkLst>
        <pc:spChg chg="mod">
          <ac:chgData name="Anne Sophia Huitema" userId="1a040831fc7e8278" providerId="LiveId" clId="{5DB01EA1-AEC0-4459-B203-A7587169DCBA}" dt="2026-01-09T14:49:06.700" v="394" actId="26606"/>
          <ac:spMkLst>
            <pc:docMk/>
            <pc:sldMk cId="1645305375" sldId="269"/>
            <ac:spMk id="2" creationId="{CDF38E8D-EB5D-BCFC-044C-07DB643BA7F2}"/>
          </ac:spMkLst>
        </pc:spChg>
        <pc:spChg chg="add">
          <ac:chgData name="Anne Sophia Huitema" userId="1a040831fc7e8278" providerId="LiveId" clId="{5DB01EA1-AEC0-4459-B203-A7587169DCBA}" dt="2026-01-09T14:49:06.700" v="394" actId="26606"/>
          <ac:spMkLst>
            <pc:docMk/>
            <pc:sldMk cId="1645305375" sldId="269"/>
            <ac:spMk id="15" creationId="{70155189-D96C-4527-B0EC-654B946BE615}"/>
          </ac:spMkLst>
        </pc:spChg>
        <pc:picChg chg="add mod ord">
          <ac:chgData name="Anne Sophia Huitema" userId="1a040831fc7e8278" providerId="LiveId" clId="{5DB01EA1-AEC0-4459-B203-A7587169DCBA}" dt="2026-01-09T14:49:06.700" v="394" actId="26606"/>
          <ac:picMkLst>
            <pc:docMk/>
            <pc:sldMk cId="1645305375" sldId="269"/>
            <ac:picMk id="4" creationId="{3DAA6514-32EA-E5F0-D0DD-EBE72BFC35C3}"/>
          </ac:picMkLst>
        </pc:picChg>
        <pc:picChg chg="add mod">
          <ac:chgData name="Anne Sophia Huitema" userId="1a040831fc7e8278" providerId="LiveId" clId="{5DB01EA1-AEC0-4459-B203-A7587169DCBA}" dt="2026-01-09T14:49:06.700" v="394" actId="26606"/>
          <ac:picMkLst>
            <pc:docMk/>
            <pc:sldMk cId="1645305375" sldId="269"/>
            <ac:picMk id="7" creationId="{AD68EB58-46F3-DABC-C268-44B508723405}"/>
          </ac:picMkLst>
        </pc:picChg>
        <pc:picChg chg="add mod">
          <ac:chgData name="Anne Sophia Huitema" userId="1a040831fc7e8278" providerId="LiveId" clId="{5DB01EA1-AEC0-4459-B203-A7587169DCBA}" dt="2026-01-09T14:49:06.700" v="394" actId="26606"/>
          <ac:picMkLst>
            <pc:docMk/>
            <pc:sldMk cId="1645305375" sldId="269"/>
            <ac:picMk id="10" creationId="{AC3389AA-FB3C-5BF3-9F13-07BC2ADF83AF}"/>
          </ac:picMkLst>
        </pc:picChg>
      </pc:sldChg>
      <pc:sldChg chg="addSp delSp modSp add mod ord setBg delDesignElem">
        <pc:chgData name="Anne Sophia Huitema" userId="1a040831fc7e8278" providerId="LiveId" clId="{5DB01EA1-AEC0-4459-B203-A7587169DCBA}" dt="2026-01-10T00:16:28.959" v="481"/>
        <pc:sldMkLst>
          <pc:docMk/>
          <pc:sldMk cId="3566997936" sldId="270"/>
        </pc:sldMkLst>
        <pc:spChg chg="mod">
          <ac:chgData name="Anne Sophia Huitema" userId="1a040831fc7e8278" providerId="LiveId" clId="{5DB01EA1-AEC0-4459-B203-A7587169DCBA}" dt="2026-01-09T14:49:32.973" v="403" actId="20577"/>
          <ac:spMkLst>
            <pc:docMk/>
            <pc:sldMk cId="3566997936" sldId="270"/>
            <ac:spMk id="2" creationId="{A33B8305-7890-FD25-863C-029355ED88FB}"/>
          </ac:spMkLst>
        </pc:spChg>
        <pc:picChg chg="add mod">
          <ac:chgData name="Anne Sophia Huitema" userId="1a040831fc7e8278" providerId="LiveId" clId="{5DB01EA1-AEC0-4459-B203-A7587169DCBA}" dt="2026-01-09T15:10:48.786" v="417" actId="1038"/>
          <ac:picMkLst>
            <pc:docMk/>
            <pc:sldMk cId="3566997936" sldId="270"/>
            <ac:picMk id="5" creationId="{A41976B1-AD3F-2533-FBE2-380E32E12564}"/>
          </ac:picMkLst>
        </pc:picChg>
        <pc:picChg chg="add mod">
          <ac:chgData name="Anne Sophia Huitema" userId="1a040831fc7e8278" providerId="LiveId" clId="{5DB01EA1-AEC0-4459-B203-A7587169DCBA}" dt="2026-01-09T15:11:08.504" v="422" actId="1076"/>
          <ac:picMkLst>
            <pc:docMk/>
            <pc:sldMk cId="3566997936" sldId="270"/>
            <ac:picMk id="8" creationId="{EF46A569-ABA7-22D0-DFAD-32E9F84EDECF}"/>
          </ac:picMkLst>
        </pc:picChg>
      </pc:sldChg>
      <pc:sldChg chg="addSp delSp modSp add mod setBg">
        <pc:chgData name="Anne Sophia Huitema" userId="1a040831fc7e8278" providerId="LiveId" clId="{5DB01EA1-AEC0-4459-B203-A7587169DCBA}" dt="2026-01-09T15:12:25.068" v="449" actId="26606"/>
        <pc:sldMkLst>
          <pc:docMk/>
          <pc:sldMk cId="3580320759" sldId="272"/>
        </pc:sldMkLst>
        <pc:spChg chg="mod">
          <ac:chgData name="Anne Sophia Huitema" userId="1a040831fc7e8278" providerId="LiveId" clId="{5DB01EA1-AEC0-4459-B203-A7587169DCBA}" dt="2026-01-09T15:11:22.263" v="427" actId="20577"/>
          <ac:spMkLst>
            <pc:docMk/>
            <pc:sldMk cId="3580320759" sldId="272"/>
            <ac:spMk id="2" creationId="{63956D8B-3074-FC47-ECC8-53C5AFC04C5C}"/>
          </ac:spMkLst>
        </pc:spChg>
        <pc:spChg chg="add">
          <ac:chgData name="Anne Sophia Huitema" userId="1a040831fc7e8278" providerId="LiveId" clId="{5DB01EA1-AEC0-4459-B203-A7587169DCBA}" dt="2026-01-09T15:12:25.068" v="449" actId="26606"/>
          <ac:spMkLst>
            <pc:docMk/>
            <pc:sldMk cId="3580320759" sldId="272"/>
            <ac:spMk id="15" creationId="{70155189-D96C-4527-B0EC-654B946BE615}"/>
          </ac:spMkLst>
        </pc:spChg>
        <pc:picChg chg="add mod">
          <ac:chgData name="Anne Sophia Huitema" userId="1a040831fc7e8278" providerId="LiveId" clId="{5DB01EA1-AEC0-4459-B203-A7587169DCBA}" dt="2026-01-09T15:12:25.068" v="449" actId="26606"/>
          <ac:picMkLst>
            <pc:docMk/>
            <pc:sldMk cId="3580320759" sldId="272"/>
            <ac:picMk id="4" creationId="{2D38E1D4-E79E-F348-BE4B-D94C2D0B99F7}"/>
          </ac:picMkLst>
        </pc:picChg>
        <pc:picChg chg="add mod">
          <ac:chgData name="Anne Sophia Huitema" userId="1a040831fc7e8278" providerId="LiveId" clId="{5DB01EA1-AEC0-4459-B203-A7587169DCBA}" dt="2026-01-09T15:12:25.068" v="449" actId="26606"/>
          <ac:picMkLst>
            <pc:docMk/>
            <pc:sldMk cId="3580320759" sldId="272"/>
            <ac:picMk id="7" creationId="{0357FC39-5830-8D10-2395-22AC87A2C6C5}"/>
          </ac:picMkLst>
        </pc:picChg>
        <pc:picChg chg="add mod">
          <ac:chgData name="Anne Sophia Huitema" userId="1a040831fc7e8278" providerId="LiveId" clId="{5DB01EA1-AEC0-4459-B203-A7587169DCBA}" dt="2026-01-09T15:12:25.068" v="449" actId="26606"/>
          <ac:picMkLst>
            <pc:docMk/>
            <pc:sldMk cId="3580320759" sldId="272"/>
            <ac:picMk id="10" creationId="{93C2A5F4-BC96-73BE-6195-B510CF1B1017}"/>
          </ac:picMkLst>
        </pc:picChg>
      </pc:sldChg>
      <pc:sldChg chg="addSp delSp modSp add mod setBg addAnim delDesignElem">
        <pc:chgData name="Anne Sophia Huitema" userId="1a040831fc7e8278" providerId="LiveId" clId="{5DB01EA1-AEC0-4459-B203-A7587169DCBA}" dt="2026-01-10T00:29:22.101" v="483" actId="1076"/>
        <pc:sldMkLst>
          <pc:docMk/>
          <pc:sldMk cId="749161243" sldId="273"/>
        </pc:sldMkLst>
        <pc:spChg chg="mod">
          <ac:chgData name="Anne Sophia Huitema" userId="1a040831fc7e8278" providerId="LiveId" clId="{5DB01EA1-AEC0-4459-B203-A7587169DCBA}" dt="2026-01-09T15:13:44.086" v="476" actId="26606"/>
          <ac:spMkLst>
            <pc:docMk/>
            <pc:sldMk cId="749161243" sldId="273"/>
            <ac:spMk id="2" creationId="{39E3B59A-6EC8-DBD6-1666-64DE357AEE3F}"/>
          </ac:spMkLst>
        </pc:spChg>
        <pc:spChg chg="add">
          <ac:chgData name="Anne Sophia Huitema" userId="1a040831fc7e8278" providerId="LiveId" clId="{5DB01EA1-AEC0-4459-B203-A7587169DCBA}" dt="2026-01-09T15:13:44.086" v="476" actId="26606"/>
          <ac:spMkLst>
            <pc:docMk/>
            <pc:sldMk cId="749161243" sldId="273"/>
            <ac:spMk id="16" creationId="{B6ECEE03-918F-43ED-A7B3-F1BDE3FCECAF}"/>
          </ac:spMkLst>
        </pc:spChg>
        <pc:spChg chg="add">
          <ac:chgData name="Anne Sophia Huitema" userId="1a040831fc7e8278" providerId="LiveId" clId="{5DB01EA1-AEC0-4459-B203-A7587169DCBA}" dt="2026-01-09T15:13:44.086" v="476" actId="26606"/>
          <ac:spMkLst>
            <pc:docMk/>
            <pc:sldMk cId="749161243" sldId="273"/>
            <ac:spMk id="18" creationId="{010B55F0-C448-403A-8231-AD42A7BA271C}"/>
          </ac:spMkLst>
        </pc:spChg>
        <pc:picChg chg="add mod">
          <ac:chgData name="Anne Sophia Huitema" userId="1a040831fc7e8278" providerId="LiveId" clId="{5DB01EA1-AEC0-4459-B203-A7587169DCBA}" dt="2026-01-09T15:13:44.086" v="476" actId="26606"/>
          <ac:picMkLst>
            <pc:docMk/>
            <pc:sldMk cId="749161243" sldId="273"/>
            <ac:picMk id="5" creationId="{1DEDB5F2-59AB-E891-2327-66D0EEFEC83E}"/>
          </ac:picMkLst>
        </pc:picChg>
        <pc:picChg chg="add mod">
          <ac:chgData name="Anne Sophia Huitema" userId="1a040831fc7e8278" providerId="LiveId" clId="{5DB01EA1-AEC0-4459-B203-A7587169DCBA}" dt="2026-01-10T00:29:22.101" v="483" actId="1076"/>
          <ac:picMkLst>
            <pc:docMk/>
            <pc:sldMk cId="749161243" sldId="273"/>
            <ac:picMk id="8" creationId="{21E5F96F-0444-3283-0062-EB150E192739}"/>
          </ac:picMkLst>
        </pc:picChg>
        <pc:picChg chg="add mod">
          <ac:chgData name="Anne Sophia Huitema" userId="1a040831fc7e8278" providerId="LiveId" clId="{5DB01EA1-AEC0-4459-B203-A7587169DCBA}" dt="2026-01-09T15:13:44.086" v="476" actId="26606"/>
          <ac:picMkLst>
            <pc:docMk/>
            <pc:sldMk cId="749161243" sldId="273"/>
            <ac:picMk id="11" creationId="{4BA14EDF-8768-36FE-C35B-0F8B813CCAE5}"/>
          </ac:picMkLst>
        </pc:picChg>
      </pc:sldChg>
      <pc:sldChg chg="addSp delSp modSp new mod ord setBg">
        <pc:chgData name="Anne Sophia Huitema" userId="1a040831fc7e8278" providerId="LiveId" clId="{5DB01EA1-AEC0-4459-B203-A7587169DCBA}" dt="2026-01-10T00:53:02.265" v="554"/>
        <pc:sldMkLst>
          <pc:docMk/>
          <pc:sldMk cId="3460385242" sldId="274"/>
        </pc:sldMkLst>
        <pc:spChg chg="mod">
          <ac:chgData name="Anne Sophia Huitema" userId="1a040831fc7e8278" providerId="LiveId" clId="{5DB01EA1-AEC0-4459-B203-A7587169DCBA}" dt="2026-01-10T00:35:12.938" v="505" actId="26606"/>
          <ac:spMkLst>
            <pc:docMk/>
            <pc:sldMk cId="3460385242" sldId="274"/>
            <ac:spMk id="2" creationId="{D9BE56BD-3D90-7772-B181-B2ACF3D864FA}"/>
          </ac:spMkLst>
        </pc:spChg>
        <pc:spChg chg="add">
          <ac:chgData name="Anne Sophia Huitema" userId="1a040831fc7e8278" providerId="LiveId" clId="{5DB01EA1-AEC0-4459-B203-A7587169DCBA}" dt="2026-01-10T00:35:12.938" v="505" actId="26606"/>
          <ac:spMkLst>
            <pc:docMk/>
            <pc:sldMk cId="3460385242" sldId="274"/>
            <ac:spMk id="14" creationId="{7C98A213-5994-475E-B327-DC6EC27FBA8B}"/>
          </ac:spMkLst>
        </pc:spChg>
        <pc:spChg chg="add">
          <ac:chgData name="Anne Sophia Huitema" userId="1a040831fc7e8278" providerId="LiveId" clId="{5DB01EA1-AEC0-4459-B203-A7587169DCBA}" dt="2026-01-10T00:35:12.938" v="505" actId="26606"/>
          <ac:spMkLst>
            <pc:docMk/>
            <pc:sldMk cId="3460385242" sldId="274"/>
            <ac:spMk id="24" creationId="{4B030A0D-0DAD-4A99-89BB-419527D6A64B}"/>
          </ac:spMkLst>
        </pc:spChg>
        <pc:picChg chg="add mod">
          <ac:chgData name="Anne Sophia Huitema" userId="1a040831fc7e8278" providerId="LiveId" clId="{5DB01EA1-AEC0-4459-B203-A7587169DCBA}" dt="2026-01-10T00:35:12.938" v="505" actId="26606"/>
          <ac:picMkLst>
            <pc:docMk/>
            <pc:sldMk cId="3460385242" sldId="274"/>
            <ac:picMk id="5" creationId="{9C3BB602-ACFD-6ECE-9F78-F1C36DE4E94A}"/>
          </ac:picMkLst>
        </pc:picChg>
        <pc:picChg chg="add mod ord">
          <ac:chgData name="Anne Sophia Huitema" userId="1a040831fc7e8278" providerId="LiveId" clId="{5DB01EA1-AEC0-4459-B203-A7587169DCBA}" dt="2026-01-10T00:35:42.389" v="507" actId="1076"/>
          <ac:picMkLst>
            <pc:docMk/>
            <pc:sldMk cId="3460385242" sldId="274"/>
            <ac:picMk id="7" creationId="{4A43EBAA-8D23-803B-6F0D-62533856A921}"/>
          </ac:picMkLst>
        </pc:picChg>
        <pc:picChg chg="add mod">
          <ac:chgData name="Anne Sophia Huitema" userId="1a040831fc7e8278" providerId="LiveId" clId="{5DB01EA1-AEC0-4459-B203-A7587169DCBA}" dt="2026-01-10T00:35:37.907" v="506" actId="1076"/>
          <ac:picMkLst>
            <pc:docMk/>
            <pc:sldMk cId="3460385242" sldId="274"/>
            <ac:picMk id="9" creationId="{CBAAB159-32CB-F574-6EED-BA60858ECEC9}"/>
          </ac:picMkLst>
        </pc:picChg>
      </pc:sldChg>
      <pc:sldChg chg="addSp modSp new mod setBg">
        <pc:chgData name="Anne Sophia Huitema" userId="1a040831fc7e8278" providerId="LiveId" clId="{5DB01EA1-AEC0-4459-B203-A7587169DCBA}" dt="2026-01-10T00:50:34.667" v="552" actId="1076"/>
        <pc:sldMkLst>
          <pc:docMk/>
          <pc:sldMk cId="953610170" sldId="275"/>
        </pc:sldMkLst>
        <pc:spChg chg="mod">
          <ac:chgData name="Anne Sophia Huitema" userId="1a040831fc7e8278" providerId="LiveId" clId="{5DB01EA1-AEC0-4459-B203-A7587169DCBA}" dt="2026-01-10T00:50:00.421" v="544" actId="26606"/>
          <ac:spMkLst>
            <pc:docMk/>
            <pc:sldMk cId="953610170" sldId="275"/>
            <ac:spMk id="2" creationId="{D3CAFB07-C671-9FFA-363C-4DCBF5D0709D}"/>
          </ac:spMkLst>
        </pc:spChg>
        <pc:spChg chg="add">
          <ac:chgData name="Anne Sophia Huitema" userId="1a040831fc7e8278" providerId="LiveId" clId="{5DB01EA1-AEC0-4459-B203-A7587169DCBA}" dt="2026-01-10T00:50:00.421" v="544" actId="26606"/>
          <ac:spMkLst>
            <pc:docMk/>
            <pc:sldMk cId="953610170" sldId="275"/>
            <ac:spMk id="13" creationId="{7C98A213-5994-475E-B327-DC6EC27FBA8B}"/>
          </ac:spMkLst>
        </pc:spChg>
        <pc:spChg chg="add">
          <ac:chgData name="Anne Sophia Huitema" userId="1a040831fc7e8278" providerId="LiveId" clId="{5DB01EA1-AEC0-4459-B203-A7587169DCBA}" dt="2026-01-10T00:50:00.421" v="544" actId="26606"/>
          <ac:spMkLst>
            <pc:docMk/>
            <pc:sldMk cId="953610170" sldId="275"/>
            <ac:spMk id="15" creationId="{4B030A0D-0DAD-4A99-89BB-419527D6A64B}"/>
          </ac:spMkLst>
        </pc:spChg>
        <pc:picChg chg="add mod">
          <ac:chgData name="Anne Sophia Huitema" userId="1a040831fc7e8278" providerId="LiveId" clId="{5DB01EA1-AEC0-4459-B203-A7587169DCBA}" dt="2026-01-10T00:50:31.740" v="551" actId="1076"/>
          <ac:picMkLst>
            <pc:docMk/>
            <pc:sldMk cId="953610170" sldId="275"/>
            <ac:picMk id="4" creationId="{5080C374-81A0-0315-CE4A-23E545C4B824}"/>
          </ac:picMkLst>
        </pc:picChg>
        <pc:picChg chg="add mod">
          <ac:chgData name="Anne Sophia Huitema" userId="1a040831fc7e8278" providerId="LiveId" clId="{5DB01EA1-AEC0-4459-B203-A7587169DCBA}" dt="2026-01-10T00:50:34.667" v="552" actId="1076"/>
          <ac:picMkLst>
            <pc:docMk/>
            <pc:sldMk cId="953610170" sldId="275"/>
            <ac:picMk id="6" creationId="{D4FD0CC0-1703-F810-C82F-19677656F196}"/>
          </ac:picMkLst>
        </pc:picChg>
        <pc:picChg chg="add mod ord">
          <ac:chgData name="Anne Sophia Huitema" userId="1a040831fc7e8278" providerId="LiveId" clId="{5DB01EA1-AEC0-4459-B203-A7587169DCBA}" dt="2026-01-10T00:50:21.138" v="549" actId="1076"/>
          <ac:picMkLst>
            <pc:docMk/>
            <pc:sldMk cId="953610170" sldId="275"/>
            <ac:picMk id="8" creationId="{A575DCCA-02D5-EB9E-DC6D-AFD47E1310C9}"/>
          </ac:picMkLst>
        </pc:picChg>
      </pc:sldChg>
      <pc:sldChg chg="addSp delSp modSp new mod setBg">
        <pc:chgData name="Anne Sophia Huitema" userId="1a040831fc7e8278" providerId="LiveId" clId="{5DB01EA1-AEC0-4459-B203-A7587169DCBA}" dt="2026-01-10T00:55:33.968" v="585" actId="1076"/>
        <pc:sldMkLst>
          <pc:docMk/>
          <pc:sldMk cId="497508020" sldId="276"/>
        </pc:sldMkLst>
        <pc:spChg chg="mod">
          <ac:chgData name="Anne Sophia Huitema" userId="1a040831fc7e8278" providerId="LiveId" clId="{5DB01EA1-AEC0-4459-B203-A7587169DCBA}" dt="2026-01-10T00:55:21.621" v="582" actId="26606"/>
          <ac:spMkLst>
            <pc:docMk/>
            <pc:sldMk cId="497508020" sldId="276"/>
            <ac:spMk id="2" creationId="{BD3AC48D-5E86-4455-CFB3-937B45B8515B}"/>
          </ac:spMkLst>
        </pc:spChg>
        <pc:spChg chg="add">
          <ac:chgData name="Anne Sophia Huitema" userId="1a040831fc7e8278" providerId="LiveId" clId="{5DB01EA1-AEC0-4459-B203-A7587169DCBA}" dt="2026-01-10T00:55:21.621" v="582" actId="26606"/>
          <ac:spMkLst>
            <pc:docMk/>
            <pc:sldMk cId="497508020" sldId="276"/>
            <ac:spMk id="14" creationId="{7C98A213-5994-475E-B327-DC6EC27FBA8B}"/>
          </ac:spMkLst>
        </pc:spChg>
        <pc:spChg chg="add">
          <ac:chgData name="Anne Sophia Huitema" userId="1a040831fc7e8278" providerId="LiveId" clId="{5DB01EA1-AEC0-4459-B203-A7587169DCBA}" dt="2026-01-10T00:55:21.621" v="582" actId="26606"/>
          <ac:spMkLst>
            <pc:docMk/>
            <pc:sldMk cId="497508020" sldId="276"/>
            <ac:spMk id="16" creationId="{4B030A0D-0DAD-4A99-89BB-419527D6A64B}"/>
          </ac:spMkLst>
        </pc:spChg>
        <pc:picChg chg="add mod ord">
          <ac:chgData name="Anne Sophia Huitema" userId="1a040831fc7e8278" providerId="LiveId" clId="{5DB01EA1-AEC0-4459-B203-A7587169DCBA}" dt="2026-01-10T00:55:30.836" v="584" actId="1076"/>
          <ac:picMkLst>
            <pc:docMk/>
            <pc:sldMk cId="497508020" sldId="276"/>
            <ac:picMk id="5" creationId="{1F7136D7-4021-CA05-2843-EF10DBE16EEB}"/>
          </ac:picMkLst>
        </pc:picChg>
        <pc:picChg chg="add mod">
          <ac:chgData name="Anne Sophia Huitema" userId="1a040831fc7e8278" providerId="LiveId" clId="{5DB01EA1-AEC0-4459-B203-A7587169DCBA}" dt="2026-01-10T00:55:33.968" v="585" actId="1076"/>
          <ac:picMkLst>
            <pc:docMk/>
            <pc:sldMk cId="497508020" sldId="276"/>
            <ac:picMk id="7" creationId="{3DFBB5C8-22E0-2868-A1F4-CD338F64C7E9}"/>
          </ac:picMkLst>
        </pc:picChg>
        <pc:picChg chg="add mod">
          <ac:chgData name="Anne Sophia Huitema" userId="1a040831fc7e8278" providerId="LiveId" clId="{5DB01EA1-AEC0-4459-B203-A7587169DCBA}" dt="2026-01-10T00:55:21.621" v="582" actId="26606"/>
          <ac:picMkLst>
            <pc:docMk/>
            <pc:sldMk cId="497508020" sldId="276"/>
            <ac:picMk id="9" creationId="{EB5AB7D5-7A8E-E946-D5D4-9037DC50A0E6}"/>
          </ac:picMkLst>
        </pc:picChg>
      </pc:sldChg>
      <pc:sldChg chg="modSp new mod ord">
        <pc:chgData name="Anne Sophia Huitema" userId="1a040831fc7e8278" providerId="LiveId" clId="{5DB01EA1-AEC0-4459-B203-A7587169DCBA}" dt="2026-01-10T01:13:23.088" v="616" actId="20577"/>
        <pc:sldMkLst>
          <pc:docMk/>
          <pc:sldMk cId="483314886" sldId="277"/>
        </pc:sldMkLst>
        <pc:spChg chg="mod">
          <ac:chgData name="Anne Sophia Huitema" userId="1a040831fc7e8278" providerId="LiveId" clId="{5DB01EA1-AEC0-4459-B203-A7587169DCBA}" dt="2026-01-10T01:13:23.088" v="616" actId="20577"/>
          <ac:spMkLst>
            <pc:docMk/>
            <pc:sldMk cId="483314886" sldId="277"/>
            <ac:spMk id="2" creationId="{48351EF9-B4E4-544B-3306-7D17DBAEB977}"/>
          </ac:spMkLst>
        </pc:spChg>
      </pc:sldChg>
      <pc:sldChg chg="addSp delSp modSp new mod setBg">
        <pc:chgData name="Anne Sophia Huitema" userId="1a040831fc7e8278" providerId="LiveId" clId="{5DB01EA1-AEC0-4459-B203-A7587169DCBA}" dt="2026-01-10T01:16:17.125" v="663" actId="1076"/>
        <pc:sldMkLst>
          <pc:docMk/>
          <pc:sldMk cId="1993598192" sldId="278"/>
        </pc:sldMkLst>
        <pc:spChg chg="mod">
          <ac:chgData name="Anne Sophia Huitema" userId="1a040831fc7e8278" providerId="LiveId" clId="{5DB01EA1-AEC0-4459-B203-A7587169DCBA}" dt="2026-01-10T01:15:55.876" v="656" actId="26606"/>
          <ac:spMkLst>
            <pc:docMk/>
            <pc:sldMk cId="1993598192" sldId="278"/>
            <ac:spMk id="2" creationId="{525ED766-3A2D-788E-8458-EB078037BE94}"/>
          </ac:spMkLst>
        </pc:spChg>
        <pc:spChg chg="add">
          <ac:chgData name="Anne Sophia Huitema" userId="1a040831fc7e8278" providerId="LiveId" clId="{5DB01EA1-AEC0-4459-B203-A7587169DCBA}" dt="2026-01-10T01:15:55.876" v="656" actId="26606"/>
          <ac:spMkLst>
            <pc:docMk/>
            <pc:sldMk cId="1993598192" sldId="278"/>
            <ac:spMk id="14" creationId="{7C98A213-5994-475E-B327-DC6EC27FBA8B}"/>
          </ac:spMkLst>
        </pc:spChg>
        <pc:spChg chg="add">
          <ac:chgData name="Anne Sophia Huitema" userId="1a040831fc7e8278" providerId="LiveId" clId="{5DB01EA1-AEC0-4459-B203-A7587169DCBA}" dt="2026-01-10T01:15:55.876" v="656" actId="26606"/>
          <ac:spMkLst>
            <pc:docMk/>
            <pc:sldMk cId="1993598192" sldId="278"/>
            <ac:spMk id="16" creationId="{4B030A0D-0DAD-4A99-89BB-419527D6A64B}"/>
          </ac:spMkLst>
        </pc:spChg>
        <pc:picChg chg="add mod">
          <ac:chgData name="Anne Sophia Huitema" userId="1a040831fc7e8278" providerId="LiveId" clId="{5DB01EA1-AEC0-4459-B203-A7587169DCBA}" dt="2026-01-10T01:15:55.876" v="656" actId="26606"/>
          <ac:picMkLst>
            <pc:docMk/>
            <pc:sldMk cId="1993598192" sldId="278"/>
            <ac:picMk id="5" creationId="{BB823D40-9AC0-0902-29EC-1CB873051170}"/>
          </ac:picMkLst>
        </pc:picChg>
        <pc:picChg chg="add mod ord">
          <ac:chgData name="Anne Sophia Huitema" userId="1a040831fc7e8278" providerId="LiveId" clId="{5DB01EA1-AEC0-4459-B203-A7587169DCBA}" dt="2026-01-10T01:16:14.628" v="662" actId="1076"/>
          <ac:picMkLst>
            <pc:docMk/>
            <pc:sldMk cId="1993598192" sldId="278"/>
            <ac:picMk id="7" creationId="{FD6BD1E3-C0BF-CF37-2FC3-F90F938E3DD2}"/>
          </ac:picMkLst>
        </pc:picChg>
        <pc:picChg chg="add mod">
          <ac:chgData name="Anne Sophia Huitema" userId="1a040831fc7e8278" providerId="LiveId" clId="{5DB01EA1-AEC0-4459-B203-A7587169DCBA}" dt="2026-01-10T01:16:17.125" v="663" actId="1076"/>
          <ac:picMkLst>
            <pc:docMk/>
            <pc:sldMk cId="1993598192" sldId="278"/>
            <ac:picMk id="9" creationId="{D95C7BF1-98AA-E507-5A8C-980E486C7FB7}"/>
          </ac:picMkLst>
        </pc:picChg>
      </pc:sldChg>
      <pc:sldChg chg="delSp modSp new mod">
        <pc:chgData name="Anne Sophia Huitema" userId="1a040831fc7e8278" providerId="LiveId" clId="{5DB01EA1-AEC0-4459-B203-A7587169DCBA}" dt="2026-01-10T01:45:15.608" v="724" actId="478"/>
        <pc:sldMkLst>
          <pc:docMk/>
          <pc:sldMk cId="2025812382" sldId="279"/>
        </pc:sldMkLst>
        <pc:spChg chg="mod">
          <ac:chgData name="Anne Sophia Huitema" userId="1a040831fc7e8278" providerId="LiveId" clId="{5DB01EA1-AEC0-4459-B203-A7587169DCBA}" dt="2026-01-10T01:45:10.859" v="723" actId="1076"/>
          <ac:spMkLst>
            <pc:docMk/>
            <pc:sldMk cId="2025812382" sldId="279"/>
            <ac:spMk id="2" creationId="{A03D1E95-40F3-2ECC-97B9-57AB2394828D}"/>
          </ac:spMkLst>
        </pc:spChg>
      </pc:sldChg>
      <pc:sldChg chg="addSp delSp modSp new mod setBg">
        <pc:chgData name="Anne Sophia Huitema" userId="1a040831fc7e8278" providerId="LiveId" clId="{5DB01EA1-AEC0-4459-B203-A7587169DCBA}" dt="2026-01-10T01:44:51.728" v="721" actId="20577"/>
        <pc:sldMkLst>
          <pc:docMk/>
          <pc:sldMk cId="679299695" sldId="280"/>
        </pc:sldMkLst>
        <pc:spChg chg="mod">
          <ac:chgData name="Anne Sophia Huitema" userId="1a040831fc7e8278" providerId="LiveId" clId="{5DB01EA1-AEC0-4459-B203-A7587169DCBA}" dt="2026-01-10T01:44:51.728" v="721" actId="20577"/>
          <ac:spMkLst>
            <pc:docMk/>
            <pc:sldMk cId="679299695" sldId="280"/>
            <ac:spMk id="2" creationId="{F91F1B39-AF4E-1BC6-A754-C9D2F7EDD65E}"/>
          </ac:spMkLst>
        </pc:spChg>
        <pc:spChg chg="add">
          <ac:chgData name="Anne Sophia Huitema" userId="1a040831fc7e8278" providerId="LiveId" clId="{5DB01EA1-AEC0-4459-B203-A7587169DCBA}" dt="2026-01-10T01:29:18.652" v="708" actId="26606"/>
          <ac:spMkLst>
            <pc:docMk/>
            <pc:sldMk cId="679299695" sldId="280"/>
            <ac:spMk id="14" creationId="{70155189-D96C-4527-B0EC-654B946BE615}"/>
          </ac:spMkLst>
        </pc:spChg>
        <pc:picChg chg="add mod ord">
          <ac:chgData name="Anne Sophia Huitema" userId="1a040831fc7e8278" providerId="LiveId" clId="{5DB01EA1-AEC0-4459-B203-A7587169DCBA}" dt="2026-01-10T01:29:30" v="710" actId="1076"/>
          <ac:picMkLst>
            <pc:docMk/>
            <pc:sldMk cId="679299695" sldId="280"/>
            <ac:picMk id="5" creationId="{BE5BB320-C754-BAB4-64B8-60AD5FF702B0}"/>
          </ac:picMkLst>
        </pc:picChg>
        <pc:picChg chg="add mod ord">
          <ac:chgData name="Anne Sophia Huitema" userId="1a040831fc7e8278" providerId="LiveId" clId="{5DB01EA1-AEC0-4459-B203-A7587169DCBA}" dt="2026-01-10T01:29:18.652" v="708" actId="26606"/>
          <ac:picMkLst>
            <pc:docMk/>
            <pc:sldMk cId="679299695" sldId="280"/>
            <ac:picMk id="7" creationId="{4FBB567C-BF2B-B6CA-6140-00E42C2FC1FF}"/>
          </ac:picMkLst>
        </pc:picChg>
        <pc:picChg chg="add mod">
          <ac:chgData name="Anne Sophia Huitema" userId="1a040831fc7e8278" providerId="LiveId" clId="{5DB01EA1-AEC0-4459-B203-A7587169DCBA}" dt="2026-01-10T01:29:25.933" v="709" actId="1076"/>
          <ac:picMkLst>
            <pc:docMk/>
            <pc:sldMk cId="679299695" sldId="280"/>
            <ac:picMk id="9" creationId="{FBF46184-1E96-16EC-2B1B-0BE3C637A6B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3D493C28-97AB-EBD4-15F8-4B3F38F397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19A67DE-8C93-B9E7-2D1C-73C67613505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B9BD96-E504-4824-8E62-B4F4C56E92D3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0A10ABB-F678-FDCF-3391-7BF8D67931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90C9258-3568-5F00-6CA3-2DAA527BDA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AC515C-4C96-4991-B339-018D9917415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75133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660D22-9CCE-4CC8-B1A3-6F780E313ABF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70218A-4851-4682-83B2-74FA849C216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1310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0218A-4851-4682-83B2-74FA849C216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2712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0218A-4851-4682-83B2-74FA849C2163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76689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E44BF3-8A65-43B6-BB3D-9C1B08C051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EB404195-AF42-C034-DC46-7BECA2DF1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7789122-193A-E05D-564D-1A70C14BC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7AB5733-70D7-C76D-6850-876319BD8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B2931B9-6C43-C0CB-D66D-D2352055A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7929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6EAAC-FE91-A782-A4B4-84AE9390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4D09496-6D8E-0EC1-9351-654468A6F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270AD1B-39F1-5BB2-8F44-5A8EBBF96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102B6D3-15D6-42BF-1BBD-0CFEF6FAD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3334B57-FE13-EF14-D98F-B6CA6BC03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293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042555-1A93-4DA6-DFC6-A88C1EBF0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4F2EA85-1F43-BB8C-D695-E27E6F29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3F74A00-6E12-D2C3-BBBF-4306537B0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F6988DC-9D27-46F6-F588-03F316A69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398C46D-6997-FD39-C2C5-DABB0E87E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86000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D3ACD4-E343-ED31-B318-E026BA315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8B9F9ED-89C5-0068-C2DF-1935C3EAC8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C9606D4-5DD6-8289-805E-683B8EAB5D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EDC1D57-8FA6-1C04-A254-BB63D3E12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031F2BD-9537-3F1C-C995-E139D10CF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6006411-BD7B-CB0D-E6FC-D4AF411FD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5832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CFF2E7-8A19-D7B7-72E6-CBE40B616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515F2AE-EB71-C851-9903-420A417AB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5E5DAC2-ACD6-8AC0-AC7C-F570ED6E7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F7A5BEF5-A98B-3C15-1F03-E19AB8FE0E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E601C21-36F4-8871-E6E7-4E833E83EA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7245C958-D171-A171-7234-124603A1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041D93F3-CADC-83B0-16E4-F0866D896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E766D29A-BD35-06E9-9E95-A74F4DD94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57154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8A502E-4EB8-C64A-A6E6-73493D287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F4BAF4-39F0-4D2F-3659-1AA29C461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3DA6791-038A-F811-A45D-BCCA8F331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EFDBEF5-BD6D-557E-55E4-0CEB10CC1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2448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EF0494A-5180-A46C-12FF-EAFB59B62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28AF5704-2966-CB35-F3FE-36195513C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A6EC0BE-731B-0C44-5B00-46D93C0AF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3128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99507-106F-969D-5E69-EE809DAE3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C18C629-27E4-1DC7-9CED-CD76B4777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5871BA1-1D51-F680-C4BF-D394AB802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5162446-66B8-84E4-90B0-22AF328D0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B9BBAD7-808B-53B8-8AAE-9337B585A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2A18D7C-991E-FD0C-351A-B2CAD8B60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8655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240A84-4775-CEE8-74AB-41C5E5AD5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EAE0987-3980-98F2-851D-5977893D66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2D1D703-5396-AE2B-C5BF-A253F5A16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4102B35-E439-6F27-F1F3-ECDA49E3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F45CB15-382D-3DE0-BF2F-94C1BF419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F34324E-0A4B-00FF-4C73-6FD8230DC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79818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0954FB-9D9F-0530-CC1E-8B3565392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C184A6A-9CEC-C7E0-4378-7297671BB1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E0B7478-2B69-578A-5608-960C712DC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CE925F-6840-F4CB-168D-5AD2C6C20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84CA10-A86E-B391-EC2F-3F5C3E078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0266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A047678A-3079-B4CD-2EF7-DC362EE757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C30CFD0-B192-2487-230B-05B16A177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E016B73-BCD7-11DD-BFDC-93FFC22B6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2A566-47CA-8921-1FD0-11067D138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961670F-D57B-0A39-D91A-65DB43704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52020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E0B49F3-4DE1-D602-315C-A2D3F3A06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FA219D6-4546-B521-E618-5967CB9DBE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B035C97-4781-0081-630F-87AC5537BC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E619B-4451-4A06-BA1C-51B82BCB1817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F6E4BD2-480D-91D2-5F19-869E47627C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0EB6157-2F50-05A3-6817-0A8F2F594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6890AB-A3B0-425B-B858-DE9294E0B82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8905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632B7F-CCD1-1ABD-8A3C-EFADF41753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INCOME SPENDING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213B0AC-8C59-48A5-32DC-FA93CF426D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58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5049F3C-10D1-D4DB-CD65-26BD06F2F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Ronde 1 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Afbeelding 3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941FB857-8653-EBEF-44E8-B695544517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608" y="3480258"/>
            <a:ext cx="3758184" cy="1879092"/>
          </a:xfrm>
          <a:prstGeom prst="rect">
            <a:avLst/>
          </a:prstGeom>
        </p:spPr>
      </p:pic>
      <p:pic>
        <p:nvPicPr>
          <p:cNvPr id="6" name="Afbeelding 5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8D2C337E-B7C6-9203-3B0D-AB84BBBEE8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908" y="3480258"/>
            <a:ext cx="3758184" cy="1879092"/>
          </a:xfrm>
          <a:prstGeom prst="rect">
            <a:avLst/>
          </a:prstGeom>
        </p:spPr>
      </p:pic>
      <p:pic>
        <p:nvPicPr>
          <p:cNvPr id="7" name="Afbeelding 6" descr="Afbeelding met tekst, diagram, schermopname, Perceel&#10;&#10;Door AI gegenereerde inhoud is mogelijk onjuist.">
            <a:extLst>
              <a:ext uri="{FF2B5EF4-FFF2-40B4-BE49-F238E27FC236}">
                <a16:creationId xmlns:a16="http://schemas.microsoft.com/office/drawing/2014/main" id="{97E34025-83EE-398C-5C9A-455DAEB380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1208" y="3480258"/>
            <a:ext cx="3758184" cy="1879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925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AFC8236-C50C-CF39-D6BE-DB16AB06C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60881"/>
            <a:ext cx="9795638" cy="11143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/>
              <a:t>RONDE 2</a:t>
            </a:r>
          </a:p>
        </p:txBody>
      </p:sp>
      <p:pic>
        <p:nvPicPr>
          <p:cNvPr id="7" name="Afbeelding 6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356E6104-DBD6-8477-C8BC-761C5615EE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7001" y="2953869"/>
            <a:ext cx="5828261" cy="2914130"/>
          </a:xfrm>
          <a:prstGeom prst="rect">
            <a:avLst/>
          </a:prstGeom>
        </p:spPr>
      </p:pic>
      <p:pic>
        <p:nvPicPr>
          <p:cNvPr id="4" name="Afbeelding 3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345FF518-F670-4179-4096-92A7820FD1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740" y="2953869"/>
            <a:ext cx="5828261" cy="2914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526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C9E7F1-5DF0-ABAB-2FC1-1F838585C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Ronde 3/2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51E7EFD5-AD61-793D-2C91-9BA745BE0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454" y="3429000"/>
            <a:ext cx="3758184" cy="1879092"/>
          </a:xfrm>
          <a:prstGeom prst="rect">
            <a:avLst/>
          </a:prstGeom>
        </p:spPr>
      </p:pic>
      <p:pic>
        <p:nvPicPr>
          <p:cNvPr id="7" name="Afbeelding 6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D64C63DC-9646-16F1-CABE-D61D553C8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908" y="3480258"/>
            <a:ext cx="3758184" cy="1879092"/>
          </a:xfrm>
          <a:prstGeom prst="rect">
            <a:avLst/>
          </a:prstGeom>
        </p:spPr>
      </p:pic>
      <p:pic>
        <p:nvPicPr>
          <p:cNvPr id="5" name="Afbeelding 4" descr="Afbeelding met tekst, schermopname, diagram, Perceel&#10;&#10;Door AI gegenereerde inhoud is mogelijk onjuist.">
            <a:extLst>
              <a:ext uri="{FF2B5EF4-FFF2-40B4-BE49-F238E27FC236}">
                <a16:creationId xmlns:a16="http://schemas.microsoft.com/office/drawing/2014/main" id="{1FE647C9-0C19-E6E9-0E6F-396CF2E189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62" y="3480258"/>
            <a:ext cx="3758184" cy="1879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369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1057F3B-A781-0AAC-6BDA-8DB06A72B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57189"/>
            <a:ext cx="9795637" cy="11048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/>
              <a:t>Ronde 4/3</a:t>
            </a:r>
          </a:p>
        </p:txBody>
      </p:sp>
      <p:pic>
        <p:nvPicPr>
          <p:cNvPr id="10" name="Afbeelding 9" descr="Afbeelding met tekst, diagram, lijn, Perceel&#10;&#10;Door AI gegenereerde inhoud is mogelijk onjuist.">
            <a:extLst>
              <a:ext uri="{FF2B5EF4-FFF2-40B4-BE49-F238E27FC236}">
                <a16:creationId xmlns:a16="http://schemas.microsoft.com/office/drawing/2014/main" id="{B3F1160C-18F8-1248-32B2-C4163DE509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7090" y="2796054"/>
            <a:ext cx="3797536" cy="1898768"/>
          </a:xfrm>
          <a:prstGeom prst="rect">
            <a:avLst/>
          </a:prstGeom>
        </p:spPr>
      </p:pic>
      <p:pic>
        <p:nvPicPr>
          <p:cNvPr id="11" name="Afbeelding 10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F11A3E9C-6466-6300-AA9E-514BCC5F33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0308" y="2899557"/>
            <a:ext cx="3797536" cy="1898768"/>
          </a:xfrm>
          <a:prstGeom prst="rect">
            <a:avLst/>
          </a:prstGeom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32D960FC-B7E1-5F71-1066-21B188755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127" y="2899557"/>
            <a:ext cx="3797536" cy="1898768"/>
          </a:xfrm>
          <a:prstGeom prst="rect">
            <a:avLst/>
          </a:prstGeom>
        </p:spPr>
      </p:pic>
      <p:pic>
        <p:nvPicPr>
          <p:cNvPr id="4" name="Afbeelding 3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2DEE343B-2F42-FF77-FA73-ADDC274F2B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409" y="2684350"/>
            <a:ext cx="4244350" cy="212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601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D3AC48D-5E86-4455-CFB3-937B45B85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All rounds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Afbeelding 6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3DFBB5C8-22E0-2868-A1F4-CD338F64C7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4609" y="3480258"/>
            <a:ext cx="3758184" cy="1879092"/>
          </a:xfrm>
          <a:prstGeom prst="rect">
            <a:avLst/>
          </a:prstGeom>
        </p:spPr>
      </p:pic>
      <p:pic>
        <p:nvPicPr>
          <p:cNvPr id="5" name="Tijdelijke aanduiding voor inhoud 4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1F7136D7-4021-CA05-2843-EF10DBE16E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608" y="3480258"/>
            <a:ext cx="3758184" cy="1879092"/>
          </a:xfrm>
          <a:prstGeom prst="rect">
            <a:avLst/>
          </a:prstGeom>
        </p:spPr>
      </p:pic>
      <p:pic>
        <p:nvPicPr>
          <p:cNvPr id="9" name="Afbeelding 8" descr="Afbeelding met tekst, diagram, schermopname, Perceel&#10;&#10;Door AI gegenereerde inhoud is mogelijk onjuist.">
            <a:extLst>
              <a:ext uri="{FF2B5EF4-FFF2-40B4-BE49-F238E27FC236}">
                <a16:creationId xmlns:a16="http://schemas.microsoft.com/office/drawing/2014/main" id="{EB5AB7D5-7A8E-E946-D5D4-9037DC50A0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1208" y="3480258"/>
            <a:ext cx="3758184" cy="1879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508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BD62D0-D6BA-A135-E43E-C70CF76256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Percentage personal/personal + house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9A282A0-A0EC-3644-2954-C6DAE1EC5A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77746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8179CB-E9BE-1512-868D-A52F8B11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8EE23D1-19D6-6C64-A63E-F17E6A367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57189"/>
            <a:ext cx="9795637" cy="11048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/>
              <a:t>Ronde 1 </a:t>
            </a:r>
          </a:p>
        </p:txBody>
      </p:sp>
      <p:pic>
        <p:nvPicPr>
          <p:cNvPr id="3" name="Afbeelding 2" descr="Afbeelding met tekst, schermopname, diagram, Perceel&#10;&#10;Door AI gegenereerde inhoud is mogelijk onjuist.">
            <a:extLst>
              <a:ext uri="{FF2B5EF4-FFF2-40B4-BE49-F238E27FC236}">
                <a16:creationId xmlns:a16="http://schemas.microsoft.com/office/drawing/2014/main" id="{D3AA9424-1B25-B642-97FB-BF99E39D7F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99" y="3593993"/>
            <a:ext cx="3797536" cy="1898768"/>
          </a:xfrm>
          <a:prstGeom prst="rect">
            <a:avLst/>
          </a:prstGeom>
        </p:spPr>
      </p:pic>
      <p:pic>
        <p:nvPicPr>
          <p:cNvPr id="8" name="Afbeelding 7" descr="Afbeelding met tekst, schermopname, diagram, Perceel&#10;&#10;Door AI gegenereerde inhoud is mogelijk onjuist.">
            <a:extLst>
              <a:ext uri="{FF2B5EF4-FFF2-40B4-BE49-F238E27FC236}">
                <a16:creationId xmlns:a16="http://schemas.microsoft.com/office/drawing/2014/main" id="{747CFC43-660F-854F-A144-9983791676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0367" y="3645757"/>
            <a:ext cx="3797536" cy="1898768"/>
          </a:xfrm>
          <a:prstGeom prst="rect">
            <a:avLst/>
          </a:prstGeom>
        </p:spPr>
      </p:pic>
      <p:pic>
        <p:nvPicPr>
          <p:cNvPr id="5" name="Afbeelding 4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49C5B29A-5BFC-F21B-5E03-0D320C35F4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783" y="3645757"/>
            <a:ext cx="3797536" cy="189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83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6432C3-C83C-067D-7ED9-DD3DB993E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9B1AAC-59CF-F95D-BF05-CF38A82E0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Ronde 2 </a:t>
            </a:r>
          </a:p>
        </p:txBody>
      </p:sp>
      <p:pic>
        <p:nvPicPr>
          <p:cNvPr id="3" name="Afbeelding 2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20DF9FD4-7E2F-05DB-EFF1-457AFD2C2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748" y="2897472"/>
            <a:ext cx="5131088" cy="2565544"/>
          </a:xfrm>
          <a:prstGeom prst="rect">
            <a:avLst/>
          </a:prstGeom>
        </p:spPr>
      </p:pic>
      <p:pic>
        <p:nvPicPr>
          <p:cNvPr id="4" name="Afbeelding 3" descr="Afbeelding met tekst, diagram, schermopname, Perceel&#10;&#10;Door AI gegenereerde inhoud is mogelijk onjuist.">
            <a:extLst>
              <a:ext uri="{FF2B5EF4-FFF2-40B4-BE49-F238E27FC236}">
                <a16:creationId xmlns:a16="http://schemas.microsoft.com/office/drawing/2014/main" id="{EB5F7AEE-16F7-80A5-33CD-9EB418AFD0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933959"/>
            <a:ext cx="5131087" cy="256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428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C0C42-4242-ED10-3DFA-FFCCCCEFA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44E08A-2C90-FECA-9BDD-34B9B7FA0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Ronde 3/2 </a:t>
            </a:r>
          </a:p>
        </p:txBody>
      </p:sp>
      <p:sp>
        <p:nvSpPr>
          <p:cNvPr id="7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Afbeelding 2" descr="Afbeelding met tekst, schermopname, diagram, Perceel&#10;&#10;Door AI gegenereerde inhoud is mogelijk onjuist.">
            <a:extLst>
              <a:ext uri="{FF2B5EF4-FFF2-40B4-BE49-F238E27FC236}">
                <a16:creationId xmlns:a16="http://schemas.microsoft.com/office/drawing/2014/main" id="{4AA033EE-F0EC-53CB-7A26-ADC1410220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608" y="3480258"/>
            <a:ext cx="3758184" cy="1879092"/>
          </a:xfrm>
          <a:prstGeom prst="rect">
            <a:avLst/>
          </a:prstGeom>
        </p:spPr>
      </p:pic>
      <p:pic>
        <p:nvPicPr>
          <p:cNvPr id="4" name="Afbeelding 3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B83D08C1-4DBF-2E35-479B-3249D3026E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908" y="3480258"/>
            <a:ext cx="3758184" cy="1879092"/>
          </a:xfrm>
          <a:prstGeom prst="rect">
            <a:avLst/>
          </a:prstGeom>
        </p:spPr>
      </p:pic>
      <p:pic>
        <p:nvPicPr>
          <p:cNvPr id="5" name="Afbeelding 4" descr="Afbeelding met tekst, diagram, schermopname, Perceel&#10;&#10;Door AI gegenereerde inhoud is mogelijk onjuist.">
            <a:extLst>
              <a:ext uri="{FF2B5EF4-FFF2-40B4-BE49-F238E27FC236}">
                <a16:creationId xmlns:a16="http://schemas.microsoft.com/office/drawing/2014/main" id="{733626F7-7E90-037A-F2DE-7B56C2165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1208" y="3480258"/>
            <a:ext cx="3758184" cy="1879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402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44D4F7-6932-EA3B-2602-0210DCAA6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38CE1DC-5762-B850-134B-05E79FB69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Ronde 4/3 </a:t>
            </a:r>
          </a:p>
        </p:txBody>
      </p:sp>
      <p:sp>
        <p:nvSpPr>
          <p:cNvPr id="7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Afbeelding 3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93EFB85D-D0CC-1029-4517-6EF29AB72C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776" y="3510942"/>
            <a:ext cx="3758184" cy="1879092"/>
          </a:xfrm>
          <a:prstGeom prst="rect">
            <a:avLst/>
          </a:prstGeom>
        </p:spPr>
      </p:pic>
      <p:pic>
        <p:nvPicPr>
          <p:cNvPr id="3" name="Afbeelding 2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2383D869-377B-D36E-1944-53C8D85284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44" y="3510942"/>
            <a:ext cx="3758184" cy="1879092"/>
          </a:xfrm>
          <a:prstGeom prst="rect">
            <a:avLst/>
          </a:prstGeom>
        </p:spPr>
      </p:pic>
      <p:pic>
        <p:nvPicPr>
          <p:cNvPr id="5" name="Afbeelding 4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AC3B9568-88B9-8108-B230-781C8B4DD2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1208" y="3480258"/>
            <a:ext cx="3758184" cy="1879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81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3CAFB07-C671-9FFA-363C-4DCBF5D07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All rounds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Afbeelding 7" descr="Afbeelding met tekst, schermopname, diagram, Perceel&#10;&#10;Door AI gegenereerde inhoud is mogelijk onjuist.">
            <a:extLst>
              <a:ext uri="{FF2B5EF4-FFF2-40B4-BE49-F238E27FC236}">
                <a16:creationId xmlns:a16="http://schemas.microsoft.com/office/drawing/2014/main" id="{A575DCCA-02D5-EB9E-DC6D-AFD47E131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6816" y="3429204"/>
            <a:ext cx="3758184" cy="1879092"/>
          </a:xfrm>
          <a:prstGeom prst="rect">
            <a:avLst/>
          </a:prstGeom>
        </p:spPr>
      </p:pic>
      <p:pic>
        <p:nvPicPr>
          <p:cNvPr id="4" name="Afbeelding 3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5080C374-81A0-0315-CE4A-23E545C4B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881" y="3429204"/>
            <a:ext cx="3758184" cy="1879092"/>
          </a:xfrm>
          <a:prstGeom prst="rect">
            <a:avLst/>
          </a:prstGeom>
        </p:spPr>
      </p:pic>
      <p:pic>
        <p:nvPicPr>
          <p:cNvPr id="6" name="Afbeelding 5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D4FD0CC0-1703-F810-C82F-19677656F1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6102" y="3447213"/>
            <a:ext cx="3758184" cy="1879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610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10D5C2-34DA-AA06-BC1B-3FF319CFA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nl-NL" sz="10000" dirty="0"/>
              <a:t>MEASURES</a:t>
            </a:r>
          </a:p>
        </p:txBody>
      </p:sp>
    </p:spTree>
    <p:extLst>
      <p:ext uri="{BB962C8B-B14F-4D97-AF65-F5344CB8AC3E}">
        <p14:creationId xmlns:p14="http://schemas.microsoft.com/office/powerpoint/2010/main" val="813961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0B2105-78F8-43B7-3B41-11E7CEEAA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F38E8D-EB5D-BCFC-044C-07DB643BA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5200"/>
              <a:t>Ronde 1 </a:t>
            </a:r>
          </a:p>
        </p:txBody>
      </p:sp>
      <p:pic>
        <p:nvPicPr>
          <p:cNvPr id="7" name="Afbeelding 6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AD68EB58-46F3-DABC-C268-44B5087234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99" y="3356647"/>
            <a:ext cx="3797536" cy="2373460"/>
          </a:xfrm>
          <a:prstGeom prst="rect">
            <a:avLst/>
          </a:prstGeom>
        </p:spPr>
      </p:pic>
      <p:pic>
        <p:nvPicPr>
          <p:cNvPr id="4" name="Afbeelding 3" descr="Afbeelding met tekst, schermopname, nummer, ontwerp&#10;&#10;Door AI gegenereerde inhoud is mogelijk onjuist.">
            <a:extLst>
              <a:ext uri="{FF2B5EF4-FFF2-40B4-BE49-F238E27FC236}">
                <a16:creationId xmlns:a16="http://schemas.microsoft.com/office/drawing/2014/main" id="{3DAA6514-32EA-E5F0-D0DD-EBE72BFC35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3386" y="3356647"/>
            <a:ext cx="3797536" cy="2373460"/>
          </a:xfrm>
          <a:prstGeom prst="rect">
            <a:avLst/>
          </a:prstGeom>
        </p:spPr>
      </p:pic>
      <p:pic>
        <p:nvPicPr>
          <p:cNvPr id="10" name="Afbeelding 9" descr="Afbeelding met tekst, schermopname, Parallel, nummer&#10;&#10;Door AI gegenereerde inhoud is mogelijk onjuist.">
            <a:extLst>
              <a:ext uri="{FF2B5EF4-FFF2-40B4-BE49-F238E27FC236}">
                <a16:creationId xmlns:a16="http://schemas.microsoft.com/office/drawing/2014/main" id="{AC3389AA-FB3C-5BF3-9F13-07BC2ADF83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2673" y="3356647"/>
            <a:ext cx="3797536" cy="237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305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37D64-52B1-18F7-891E-06A20A29A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3B8305-7890-FD25-863C-029355ED8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5200" dirty="0"/>
              <a:t>Ronde 2 </a:t>
            </a:r>
          </a:p>
        </p:txBody>
      </p:sp>
      <p:pic>
        <p:nvPicPr>
          <p:cNvPr id="5" name="Afbeelding 4" descr="Afbeelding met tekst, schermopname, diagram, Parallel&#10;&#10;Door AI gegenereerde inhoud is mogelijk onjuist.">
            <a:extLst>
              <a:ext uri="{FF2B5EF4-FFF2-40B4-BE49-F238E27FC236}">
                <a16:creationId xmlns:a16="http://schemas.microsoft.com/office/drawing/2014/main" id="{A41976B1-AD3F-2533-FBE2-380E32E125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438400"/>
            <a:ext cx="5486400" cy="3429000"/>
          </a:xfrm>
          <a:prstGeom prst="rect">
            <a:avLst/>
          </a:prstGeom>
        </p:spPr>
      </p:pic>
      <p:pic>
        <p:nvPicPr>
          <p:cNvPr id="8" name="Afbeelding 7" descr="Afbeelding met tekst, schermopname, Parallel, diagram&#10;&#10;Door AI gegenereerde inhoud is mogelijk onjuist.">
            <a:extLst>
              <a:ext uri="{FF2B5EF4-FFF2-40B4-BE49-F238E27FC236}">
                <a16:creationId xmlns:a16="http://schemas.microsoft.com/office/drawing/2014/main" id="{EF46A569-ABA7-22D0-DFAD-32E9F84EDE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390775"/>
            <a:ext cx="5638800" cy="352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979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9922E9-187A-DB73-62FF-5FC525869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3956D8B-3074-FC47-ECC8-53C5AFC04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5200" dirty="0"/>
              <a:t>Ronde 3/2 </a:t>
            </a:r>
          </a:p>
        </p:txBody>
      </p:sp>
      <p:pic>
        <p:nvPicPr>
          <p:cNvPr id="4" name="Afbeelding 3" descr="Afbeelding met tekst, schermopname, Parallel, ontwerp&#10;&#10;Door AI gegenereerde inhoud is mogelijk onjuist.">
            <a:extLst>
              <a:ext uri="{FF2B5EF4-FFF2-40B4-BE49-F238E27FC236}">
                <a16:creationId xmlns:a16="http://schemas.microsoft.com/office/drawing/2014/main" id="{2D38E1D4-E79E-F348-BE4B-D94C2D0B9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99" y="3356647"/>
            <a:ext cx="3797536" cy="2373460"/>
          </a:xfrm>
          <a:prstGeom prst="rect">
            <a:avLst/>
          </a:prstGeom>
        </p:spPr>
      </p:pic>
      <p:pic>
        <p:nvPicPr>
          <p:cNvPr id="7" name="Afbeelding 6" descr="Afbeelding met tekst, schermopname, Parallel, geel&#10;&#10;Door AI gegenereerde inhoud is mogelijk onjuist.">
            <a:extLst>
              <a:ext uri="{FF2B5EF4-FFF2-40B4-BE49-F238E27FC236}">
                <a16:creationId xmlns:a16="http://schemas.microsoft.com/office/drawing/2014/main" id="{0357FC39-5830-8D10-2395-22AC87A2C6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3386" y="3356647"/>
            <a:ext cx="3797536" cy="2373460"/>
          </a:xfrm>
          <a:prstGeom prst="rect">
            <a:avLst/>
          </a:prstGeom>
        </p:spPr>
      </p:pic>
      <p:pic>
        <p:nvPicPr>
          <p:cNvPr id="10" name="Afbeelding 9" descr="Afbeelding met tekst, schermopname, Parallel, ontwerp&#10;&#10;Door AI gegenereerde inhoud is mogelijk onjuist.">
            <a:extLst>
              <a:ext uri="{FF2B5EF4-FFF2-40B4-BE49-F238E27FC236}">
                <a16:creationId xmlns:a16="http://schemas.microsoft.com/office/drawing/2014/main" id="{93C2A5F4-BC96-73BE-6195-B510CF1B10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2673" y="3356647"/>
            <a:ext cx="3797536" cy="237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320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F2702-BE83-DED1-9FFF-F65772C0D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6ECEE03-918F-43ED-A7B3-F1BDE3FCE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9E3B59A-6EC8-DBD6-1666-64DE357AE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0051"/>
            <a:ext cx="10515600" cy="127023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Ronde 4/3 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010B55F0-C448-403A-8231-AD42A7BA2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2682" y="1661139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tekst, schermopname, Parallel, diagram&#10;&#10;Door AI gegenereerde inhoud is mogelijk onjuist.">
            <a:extLst>
              <a:ext uri="{FF2B5EF4-FFF2-40B4-BE49-F238E27FC236}">
                <a16:creationId xmlns:a16="http://schemas.microsoft.com/office/drawing/2014/main" id="{1DEDB5F2-59AB-E891-2327-66D0EEFEC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98" r="24799" b="-2"/>
          <a:stretch>
            <a:fillRect/>
          </a:stretch>
        </p:blipFill>
        <p:spPr>
          <a:xfrm>
            <a:off x="510365" y="2604527"/>
            <a:ext cx="3524888" cy="3647338"/>
          </a:xfrm>
          <a:custGeom>
            <a:avLst/>
            <a:gdLst/>
            <a:ahLst/>
            <a:cxnLst/>
            <a:rect l="l" t="t" r="r" b="b"/>
            <a:pathLst>
              <a:path w="3524888" h="3647338">
                <a:moveTo>
                  <a:pt x="887181" y="60"/>
                </a:moveTo>
                <a:cubicBezTo>
                  <a:pt x="945946" y="-443"/>
                  <a:pt x="1004683" y="2214"/>
                  <a:pt x="1063120" y="9535"/>
                </a:cubicBezTo>
                <a:cubicBezTo>
                  <a:pt x="1192553" y="25206"/>
                  <a:pt x="1324035" y="29312"/>
                  <a:pt x="1454772" y="21769"/>
                </a:cubicBezTo>
                <a:cubicBezTo>
                  <a:pt x="1583729" y="15160"/>
                  <a:pt x="1712924" y="14714"/>
                  <a:pt x="1842239" y="16589"/>
                </a:cubicBezTo>
                <a:cubicBezTo>
                  <a:pt x="1958874" y="18285"/>
                  <a:pt x="2075629" y="18018"/>
                  <a:pt x="2192264" y="13196"/>
                </a:cubicBezTo>
                <a:cubicBezTo>
                  <a:pt x="2323253" y="7660"/>
                  <a:pt x="2454242" y="2928"/>
                  <a:pt x="2585114" y="13911"/>
                </a:cubicBezTo>
                <a:cubicBezTo>
                  <a:pt x="2699008" y="24482"/>
                  <a:pt x="2813668" y="29758"/>
                  <a:pt x="2928437" y="29714"/>
                </a:cubicBezTo>
                <a:cubicBezTo>
                  <a:pt x="3080601" y="28464"/>
                  <a:pt x="3232406" y="19625"/>
                  <a:pt x="3384330" y="14536"/>
                </a:cubicBezTo>
                <a:lnTo>
                  <a:pt x="3481468" y="12130"/>
                </a:lnTo>
                <a:lnTo>
                  <a:pt x="3481325" y="16098"/>
                </a:lnTo>
                <a:lnTo>
                  <a:pt x="3493308" y="84630"/>
                </a:lnTo>
                <a:lnTo>
                  <a:pt x="3493318" y="92959"/>
                </a:lnTo>
                <a:cubicBezTo>
                  <a:pt x="3495695" y="161085"/>
                  <a:pt x="3501168" y="229143"/>
                  <a:pt x="3512114" y="297090"/>
                </a:cubicBezTo>
                <a:cubicBezTo>
                  <a:pt x="3519231" y="340796"/>
                  <a:pt x="3524136" y="384681"/>
                  <a:pt x="3524809" y="428543"/>
                </a:cubicBezTo>
                <a:cubicBezTo>
                  <a:pt x="3525482" y="472405"/>
                  <a:pt x="3521924" y="516245"/>
                  <a:pt x="3512114" y="559861"/>
                </a:cubicBezTo>
                <a:cubicBezTo>
                  <a:pt x="3491119" y="656469"/>
                  <a:pt x="3485618" y="754605"/>
                  <a:pt x="3495724" y="852186"/>
                </a:cubicBezTo>
                <a:cubicBezTo>
                  <a:pt x="3504578" y="948437"/>
                  <a:pt x="3505176" y="1044867"/>
                  <a:pt x="3502664" y="1141386"/>
                </a:cubicBezTo>
                <a:cubicBezTo>
                  <a:pt x="3500391" y="1228440"/>
                  <a:pt x="3500750" y="1315584"/>
                  <a:pt x="3507210" y="1402639"/>
                </a:cubicBezTo>
                <a:cubicBezTo>
                  <a:pt x="3514626" y="1500407"/>
                  <a:pt x="3520966" y="1598176"/>
                  <a:pt x="3506252" y="1695857"/>
                </a:cubicBezTo>
                <a:cubicBezTo>
                  <a:pt x="3492089" y="1780866"/>
                  <a:pt x="3485019" y="1866447"/>
                  <a:pt x="3485079" y="1952109"/>
                </a:cubicBezTo>
                <a:cubicBezTo>
                  <a:pt x="3486753" y="2065682"/>
                  <a:pt x="3498595" y="2178986"/>
                  <a:pt x="3505415" y="2292381"/>
                </a:cubicBezTo>
                <a:cubicBezTo>
                  <a:pt x="3514746" y="2447918"/>
                  <a:pt x="3522761" y="2603544"/>
                  <a:pt x="3508406" y="2759171"/>
                </a:cubicBezTo>
                <a:cubicBezTo>
                  <a:pt x="3497997" y="2866762"/>
                  <a:pt x="3488427" y="2974352"/>
                  <a:pt x="3496442" y="3082389"/>
                </a:cubicBezTo>
                <a:cubicBezTo>
                  <a:pt x="3502066" y="3158639"/>
                  <a:pt x="3510200" y="3234980"/>
                  <a:pt x="3504816" y="3311409"/>
                </a:cubicBezTo>
                <a:lnTo>
                  <a:pt x="3500655" y="3407763"/>
                </a:lnTo>
                <a:lnTo>
                  <a:pt x="3500528" y="3407763"/>
                </a:lnTo>
                <a:lnTo>
                  <a:pt x="3500186" y="3418624"/>
                </a:lnTo>
                <a:lnTo>
                  <a:pt x="3498431" y="3459279"/>
                </a:lnTo>
                <a:lnTo>
                  <a:pt x="3498786" y="3476530"/>
                </a:lnTo>
                <a:lnTo>
                  <a:pt x="3500070" y="3476530"/>
                </a:lnTo>
                <a:lnTo>
                  <a:pt x="3504922" y="3592711"/>
                </a:lnTo>
                <a:lnTo>
                  <a:pt x="3504733" y="3642505"/>
                </a:lnTo>
                <a:lnTo>
                  <a:pt x="3344090" y="3645620"/>
                </a:lnTo>
                <a:cubicBezTo>
                  <a:pt x="3179267" y="3652578"/>
                  <a:pt x="3015642" y="3636699"/>
                  <a:pt x="2851776" y="3628492"/>
                </a:cubicBezTo>
                <a:cubicBezTo>
                  <a:pt x="2716167" y="3622675"/>
                  <a:pt x="2580186" y="3623335"/>
                  <a:pt x="2444683" y="3630454"/>
                </a:cubicBezTo>
                <a:cubicBezTo>
                  <a:pt x="2220221" y="3640802"/>
                  <a:pt x="1995758" y="3642229"/>
                  <a:pt x="1771055" y="3636431"/>
                </a:cubicBezTo>
                <a:cubicBezTo>
                  <a:pt x="1659183" y="3633576"/>
                  <a:pt x="1547429" y="3634736"/>
                  <a:pt x="1435676" y="3638305"/>
                </a:cubicBezTo>
                <a:cubicBezTo>
                  <a:pt x="1179420" y="3646601"/>
                  <a:pt x="923403" y="3637323"/>
                  <a:pt x="667265" y="3634558"/>
                </a:cubicBezTo>
                <a:cubicBezTo>
                  <a:pt x="569736" y="3633488"/>
                  <a:pt x="472205" y="3633665"/>
                  <a:pt x="374794" y="3637679"/>
                </a:cubicBezTo>
                <a:cubicBezTo>
                  <a:pt x="264415" y="3642140"/>
                  <a:pt x="154036" y="3643412"/>
                  <a:pt x="43657" y="3642932"/>
                </a:cubicBezTo>
                <a:lnTo>
                  <a:pt x="11965" y="3642429"/>
                </a:lnTo>
                <a:lnTo>
                  <a:pt x="24360" y="3479541"/>
                </a:lnTo>
                <a:cubicBezTo>
                  <a:pt x="26194" y="3423392"/>
                  <a:pt x="25594" y="3367189"/>
                  <a:pt x="22559" y="3311038"/>
                </a:cubicBezTo>
                <a:cubicBezTo>
                  <a:pt x="16343" y="3197955"/>
                  <a:pt x="-628" y="3084971"/>
                  <a:pt x="13594" y="2971689"/>
                </a:cubicBezTo>
                <a:cubicBezTo>
                  <a:pt x="38335" y="2776712"/>
                  <a:pt x="12519" y="2582431"/>
                  <a:pt x="4272" y="2387950"/>
                </a:cubicBezTo>
                <a:cubicBezTo>
                  <a:pt x="-3262" y="2237604"/>
                  <a:pt x="2250" y="2086990"/>
                  <a:pt x="20765" y="1937298"/>
                </a:cubicBezTo>
                <a:cubicBezTo>
                  <a:pt x="38958" y="1790576"/>
                  <a:pt x="37113" y="1642627"/>
                  <a:pt x="15268" y="1496252"/>
                </a:cubicBezTo>
                <a:cubicBezTo>
                  <a:pt x="7718" y="1430798"/>
                  <a:pt x="7400" y="1364898"/>
                  <a:pt x="14311" y="1299395"/>
                </a:cubicBezTo>
                <a:cubicBezTo>
                  <a:pt x="22640" y="1195064"/>
                  <a:pt x="20682" y="1090348"/>
                  <a:pt x="8455" y="986285"/>
                </a:cubicBezTo>
                <a:cubicBezTo>
                  <a:pt x="-8159" y="849535"/>
                  <a:pt x="3794" y="712390"/>
                  <a:pt x="9890" y="575540"/>
                </a:cubicBezTo>
                <a:cubicBezTo>
                  <a:pt x="14432" y="472556"/>
                  <a:pt x="17180" y="369671"/>
                  <a:pt x="12878" y="266688"/>
                </a:cubicBezTo>
                <a:lnTo>
                  <a:pt x="14418" y="21931"/>
                </a:lnTo>
                <a:lnTo>
                  <a:pt x="163536" y="23733"/>
                </a:lnTo>
                <a:cubicBezTo>
                  <a:pt x="346324" y="25875"/>
                  <a:pt x="528992" y="25875"/>
                  <a:pt x="711062" y="9535"/>
                </a:cubicBezTo>
                <a:cubicBezTo>
                  <a:pt x="769619" y="4223"/>
                  <a:pt x="828415" y="562"/>
                  <a:pt x="887181" y="60"/>
                </a:cubicBezTo>
                <a:close/>
              </a:path>
            </a:pathLst>
          </a:custGeom>
        </p:spPr>
      </p:pic>
      <p:pic>
        <p:nvPicPr>
          <p:cNvPr id="8" name="Afbeelding 7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21E5F96F-0444-3283-0062-EB150E1927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05" r="24292" b="-2"/>
          <a:stretch>
            <a:fillRect/>
          </a:stretch>
        </p:blipFill>
        <p:spPr>
          <a:xfrm>
            <a:off x="4332032" y="2709302"/>
            <a:ext cx="3524888" cy="3647338"/>
          </a:xfrm>
          <a:custGeom>
            <a:avLst/>
            <a:gdLst/>
            <a:ahLst/>
            <a:cxnLst/>
            <a:rect l="l" t="t" r="r" b="b"/>
            <a:pathLst>
              <a:path w="3524888" h="3647338">
                <a:moveTo>
                  <a:pt x="887181" y="60"/>
                </a:moveTo>
                <a:cubicBezTo>
                  <a:pt x="945947" y="-443"/>
                  <a:pt x="1004683" y="2214"/>
                  <a:pt x="1063120" y="9535"/>
                </a:cubicBezTo>
                <a:cubicBezTo>
                  <a:pt x="1192553" y="25206"/>
                  <a:pt x="1324035" y="29312"/>
                  <a:pt x="1454772" y="21769"/>
                </a:cubicBezTo>
                <a:cubicBezTo>
                  <a:pt x="1583729" y="15160"/>
                  <a:pt x="1712924" y="14714"/>
                  <a:pt x="1842239" y="16589"/>
                </a:cubicBezTo>
                <a:cubicBezTo>
                  <a:pt x="1958874" y="18285"/>
                  <a:pt x="2075629" y="18018"/>
                  <a:pt x="2192264" y="13196"/>
                </a:cubicBezTo>
                <a:cubicBezTo>
                  <a:pt x="2323253" y="7660"/>
                  <a:pt x="2454242" y="2928"/>
                  <a:pt x="2585114" y="13911"/>
                </a:cubicBezTo>
                <a:cubicBezTo>
                  <a:pt x="2699008" y="24482"/>
                  <a:pt x="2813669" y="29758"/>
                  <a:pt x="2928437" y="29714"/>
                </a:cubicBezTo>
                <a:cubicBezTo>
                  <a:pt x="3080601" y="28464"/>
                  <a:pt x="3232406" y="19625"/>
                  <a:pt x="3384330" y="14536"/>
                </a:cubicBezTo>
                <a:lnTo>
                  <a:pt x="3481468" y="12130"/>
                </a:lnTo>
                <a:lnTo>
                  <a:pt x="3481325" y="16098"/>
                </a:lnTo>
                <a:lnTo>
                  <a:pt x="3493308" y="84630"/>
                </a:lnTo>
                <a:lnTo>
                  <a:pt x="3493318" y="92959"/>
                </a:lnTo>
                <a:cubicBezTo>
                  <a:pt x="3495695" y="161085"/>
                  <a:pt x="3501169" y="229143"/>
                  <a:pt x="3512114" y="297090"/>
                </a:cubicBezTo>
                <a:cubicBezTo>
                  <a:pt x="3519231" y="340796"/>
                  <a:pt x="3524136" y="384681"/>
                  <a:pt x="3524809" y="428543"/>
                </a:cubicBezTo>
                <a:cubicBezTo>
                  <a:pt x="3525482" y="472405"/>
                  <a:pt x="3521924" y="516245"/>
                  <a:pt x="3512114" y="559861"/>
                </a:cubicBezTo>
                <a:cubicBezTo>
                  <a:pt x="3491119" y="656469"/>
                  <a:pt x="3485618" y="754605"/>
                  <a:pt x="3495724" y="852186"/>
                </a:cubicBezTo>
                <a:cubicBezTo>
                  <a:pt x="3504578" y="948437"/>
                  <a:pt x="3505176" y="1044867"/>
                  <a:pt x="3502664" y="1141386"/>
                </a:cubicBezTo>
                <a:cubicBezTo>
                  <a:pt x="3500391" y="1228440"/>
                  <a:pt x="3500750" y="1315584"/>
                  <a:pt x="3507210" y="1402639"/>
                </a:cubicBezTo>
                <a:cubicBezTo>
                  <a:pt x="3514626" y="1500407"/>
                  <a:pt x="3520966" y="1598176"/>
                  <a:pt x="3506252" y="1695857"/>
                </a:cubicBezTo>
                <a:cubicBezTo>
                  <a:pt x="3492089" y="1780866"/>
                  <a:pt x="3485019" y="1866447"/>
                  <a:pt x="3485079" y="1952109"/>
                </a:cubicBezTo>
                <a:cubicBezTo>
                  <a:pt x="3486753" y="2065682"/>
                  <a:pt x="3498596" y="2178986"/>
                  <a:pt x="3505415" y="2292381"/>
                </a:cubicBezTo>
                <a:cubicBezTo>
                  <a:pt x="3514746" y="2447918"/>
                  <a:pt x="3522761" y="2603544"/>
                  <a:pt x="3508406" y="2759171"/>
                </a:cubicBezTo>
                <a:cubicBezTo>
                  <a:pt x="3497997" y="2866762"/>
                  <a:pt x="3488428" y="2974352"/>
                  <a:pt x="3496442" y="3082389"/>
                </a:cubicBezTo>
                <a:cubicBezTo>
                  <a:pt x="3502066" y="3158639"/>
                  <a:pt x="3510200" y="3234980"/>
                  <a:pt x="3504816" y="3311409"/>
                </a:cubicBezTo>
                <a:lnTo>
                  <a:pt x="3500655" y="3407763"/>
                </a:lnTo>
                <a:lnTo>
                  <a:pt x="3500528" y="3407763"/>
                </a:lnTo>
                <a:lnTo>
                  <a:pt x="3500186" y="3418624"/>
                </a:lnTo>
                <a:lnTo>
                  <a:pt x="3498431" y="3459279"/>
                </a:lnTo>
                <a:lnTo>
                  <a:pt x="3498786" y="3476530"/>
                </a:lnTo>
                <a:lnTo>
                  <a:pt x="3500070" y="3476530"/>
                </a:lnTo>
                <a:lnTo>
                  <a:pt x="3504922" y="3592711"/>
                </a:lnTo>
                <a:lnTo>
                  <a:pt x="3504733" y="3642505"/>
                </a:lnTo>
                <a:lnTo>
                  <a:pt x="3344090" y="3645620"/>
                </a:lnTo>
                <a:cubicBezTo>
                  <a:pt x="3179268" y="3652578"/>
                  <a:pt x="3015642" y="3636699"/>
                  <a:pt x="2851776" y="3628492"/>
                </a:cubicBezTo>
                <a:cubicBezTo>
                  <a:pt x="2716167" y="3622675"/>
                  <a:pt x="2580186" y="3623335"/>
                  <a:pt x="2444683" y="3630454"/>
                </a:cubicBezTo>
                <a:cubicBezTo>
                  <a:pt x="2220221" y="3640802"/>
                  <a:pt x="1995758" y="3642229"/>
                  <a:pt x="1771055" y="3636431"/>
                </a:cubicBezTo>
                <a:cubicBezTo>
                  <a:pt x="1659183" y="3633576"/>
                  <a:pt x="1547429" y="3634736"/>
                  <a:pt x="1435676" y="3638305"/>
                </a:cubicBezTo>
                <a:cubicBezTo>
                  <a:pt x="1179420" y="3646601"/>
                  <a:pt x="923403" y="3637323"/>
                  <a:pt x="667265" y="3634558"/>
                </a:cubicBezTo>
                <a:cubicBezTo>
                  <a:pt x="569736" y="3633488"/>
                  <a:pt x="472205" y="3633665"/>
                  <a:pt x="374794" y="3637679"/>
                </a:cubicBezTo>
                <a:cubicBezTo>
                  <a:pt x="264415" y="3642140"/>
                  <a:pt x="154036" y="3643412"/>
                  <a:pt x="43657" y="3642932"/>
                </a:cubicBezTo>
                <a:lnTo>
                  <a:pt x="11965" y="3642429"/>
                </a:lnTo>
                <a:lnTo>
                  <a:pt x="24360" y="3479541"/>
                </a:lnTo>
                <a:cubicBezTo>
                  <a:pt x="26194" y="3423392"/>
                  <a:pt x="25594" y="3367189"/>
                  <a:pt x="22559" y="3311038"/>
                </a:cubicBezTo>
                <a:cubicBezTo>
                  <a:pt x="16343" y="3197955"/>
                  <a:pt x="-628" y="3084971"/>
                  <a:pt x="13594" y="2971689"/>
                </a:cubicBezTo>
                <a:cubicBezTo>
                  <a:pt x="38335" y="2776712"/>
                  <a:pt x="12519" y="2582431"/>
                  <a:pt x="4272" y="2387950"/>
                </a:cubicBezTo>
                <a:cubicBezTo>
                  <a:pt x="-3262" y="2237604"/>
                  <a:pt x="2250" y="2086990"/>
                  <a:pt x="20765" y="1937298"/>
                </a:cubicBezTo>
                <a:cubicBezTo>
                  <a:pt x="38958" y="1790576"/>
                  <a:pt x="37113" y="1642627"/>
                  <a:pt x="15268" y="1496252"/>
                </a:cubicBezTo>
                <a:cubicBezTo>
                  <a:pt x="7718" y="1430798"/>
                  <a:pt x="7400" y="1364898"/>
                  <a:pt x="14311" y="1299395"/>
                </a:cubicBezTo>
                <a:cubicBezTo>
                  <a:pt x="22640" y="1195064"/>
                  <a:pt x="20682" y="1090348"/>
                  <a:pt x="8455" y="986285"/>
                </a:cubicBezTo>
                <a:cubicBezTo>
                  <a:pt x="-8159" y="849535"/>
                  <a:pt x="3794" y="712390"/>
                  <a:pt x="9890" y="575540"/>
                </a:cubicBezTo>
                <a:cubicBezTo>
                  <a:pt x="14432" y="472556"/>
                  <a:pt x="17180" y="369671"/>
                  <a:pt x="12878" y="266688"/>
                </a:cubicBezTo>
                <a:lnTo>
                  <a:pt x="14418" y="21931"/>
                </a:lnTo>
                <a:lnTo>
                  <a:pt x="163536" y="23733"/>
                </a:lnTo>
                <a:cubicBezTo>
                  <a:pt x="346324" y="25875"/>
                  <a:pt x="528992" y="25875"/>
                  <a:pt x="711062" y="9535"/>
                </a:cubicBezTo>
                <a:cubicBezTo>
                  <a:pt x="769619" y="4223"/>
                  <a:pt x="828415" y="562"/>
                  <a:pt x="887181" y="60"/>
                </a:cubicBezTo>
                <a:close/>
              </a:path>
            </a:pathLst>
          </a:custGeom>
        </p:spPr>
      </p:pic>
      <p:pic>
        <p:nvPicPr>
          <p:cNvPr id="11" name="Afbeelding 10" descr="Afbeelding met tekst, schermopname, diagram, ontwerp&#10;&#10;Door AI gegenereerde inhoud is mogelijk onjuist.">
            <a:extLst>
              <a:ext uri="{FF2B5EF4-FFF2-40B4-BE49-F238E27FC236}">
                <a16:creationId xmlns:a16="http://schemas.microsoft.com/office/drawing/2014/main" id="{4BA14EDF-8768-36FE-C35B-0F8B813CCA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65" r="25632" b="-2"/>
          <a:stretch>
            <a:fillRect/>
          </a:stretch>
        </p:blipFill>
        <p:spPr>
          <a:xfrm>
            <a:off x="8156747" y="2604528"/>
            <a:ext cx="3524888" cy="3647338"/>
          </a:xfrm>
          <a:custGeom>
            <a:avLst/>
            <a:gdLst/>
            <a:ahLst/>
            <a:cxnLst/>
            <a:rect l="l" t="t" r="r" b="b"/>
            <a:pathLst>
              <a:path w="3524888" h="3647338">
                <a:moveTo>
                  <a:pt x="887180" y="60"/>
                </a:moveTo>
                <a:cubicBezTo>
                  <a:pt x="945946" y="-442"/>
                  <a:pt x="1004683" y="2214"/>
                  <a:pt x="1063120" y="9535"/>
                </a:cubicBezTo>
                <a:cubicBezTo>
                  <a:pt x="1192553" y="25206"/>
                  <a:pt x="1324035" y="29312"/>
                  <a:pt x="1454772" y="21769"/>
                </a:cubicBezTo>
                <a:cubicBezTo>
                  <a:pt x="1583729" y="15160"/>
                  <a:pt x="1712924" y="14714"/>
                  <a:pt x="1842239" y="16589"/>
                </a:cubicBezTo>
                <a:cubicBezTo>
                  <a:pt x="1958874" y="18285"/>
                  <a:pt x="2075628" y="18018"/>
                  <a:pt x="2192263" y="13196"/>
                </a:cubicBezTo>
                <a:cubicBezTo>
                  <a:pt x="2323253" y="7660"/>
                  <a:pt x="2454242" y="2928"/>
                  <a:pt x="2585113" y="13911"/>
                </a:cubicBezTo>
                <a:cubicBezTo>
                  <a:pt x="2699008" y="24482"/>
                  <a:pt x="2813668" y="29758"/>
                  <a:pt x="2928437" y="29714"/>
                </a:cubicBezTo>
                <a:cubicBezTo>
                  <a:pt x="3080601" y="28464"/>
                  <a:pt x="3232406" y="19625"/>
                  <a:pt x="3384330" y="14536"/>
                </a:cubicBezTo>
                <a:lnTo>
                  <a:pt x="3481468" y="12130"/>
                </a:lnTo>
                <a:lnTo>
                  <a:pt x="3481325" y="16098"/>
                </a:lnTo>
                <a:lnTo>
                  <a:pt x="3493308" y="84630"/>
                </a:lnTo>
                <a:lnTo>
                  <a:pt x="3493318" y="92959"/>
                </a:lnTo>
                <a:cubicBezTo>
                  <a:pt x="3495694" y="161085"/>
                  <a:pt x="3501168" y="229143"/>
                  <a:pt x="3512114" y="297090"/>
                </a:cubicBezTo>
                <a:cubicBezTo>
                  <a:pt x="3519231" y="340796"/>
                  <a:pt x="3524136" y="384681"/>
                  <a:pt x="3524809" y="428543"/>
                </a:cubicBezTo>
                <a:cubicBezTo>
                  <a:pt x="3525482" y="472405"/>
                  <a:pt x="3521923" y="516245"/>
                  <a:pt x="3512114" y="559861"/>
                </a:cubicBezTo>
                <a:cubicBezTo>
                  <a:pt x="3491119" y="656469"/>
                  <a:pt x="3485617" y="754605"/>
                  <a:pt x="3495724" y="852186"/>
                </a:cubicBezTo>
                <a:cubicBezTo>
                  <a:pt x="3504577" y="948437"/>
                  <a:pt x="3505176" y="1044867"/>
                  <a:pt x="3502664" y="1141386"/>
                </a:cubicBezTo>
                <a:cubicBezTo>
                  <a:pt x="3500391" y="1228440"/>
                  <a:pt x="3500749" y="1315584"/>
                  <a:pt x="3507210" y="1402639"/>
                </a:cubicBezTo>
                <a:cubicBezTo>
                  <a:pt x="3514626" y="1500407"/>
                  <a:pt x="3520966" y="1598176"/>
                  <a:pt x="3506251" y="1695857"/>
                </a:cubicBezTo>
                <a:cubicBezTo>
                  <a:pt x="3492089" y="1780866"/>
                  <a:pt x="3485019" y="1866447"/>
                  <a:pt x="3485079" y="1952109"/>
                </a:cubicBezTo>
                <a:cubicBezTo>
                  <a:pt x="3486753" y="2065682"/>
                  <a:pt x="3498595" y="2178986"/>
                  <a:pt x="3505414" y="2292381"/>
                </a:cubicBezTo>
                <a:cubicBezTo>
                  <a:pt x="3514746" y="2447918"/>
                  <a:pt x="3522760" y="2603544"/>
                  <a:pt x="3508405" y="2759171"/>
                </a:cubicBezTo>
                <a:cubicBezTo>
                  <a:pt x="3497997" y="2866762"/>
                  <a:pt x="3488427" y="2974352"/>
                  <a:pt x="3496442" y="3082389"/>
                </a:cubicBezTo>
                <a:cubicBezTo>
                  <a:pt x="3502065" y="3158639"/>
                  <a:pt x="3510200" y="3234980"/>
                  <a:pt x="3504816" y="3311409"/>
                </a:cubicBezTo>
                <a:lnTo>
                  <a:pt x="3500655" y="3407763"/>
                </a:lnTo>
                <a:lnTo>
                  <a:pt x="3500528" y="3407763"/>
                </a:lnTo>
                <a:lnTo>
                  <a:pt x="3500186" y="3418624"/>
                </a:lnTo>
                <a:lnTo>
                  <a:pt x="3498431" y="3459279"/>
                </a:lnTo>
                <a:lnTo>
                  <a:pt x="3498786" y="3476530"/>
                </a:lnTo>
                <a:lnTo>
                  <a:pt x="3500070" y="3476530"/>
                </a:lnTo>
                <a:lnTo>
                  <a:pt x="3504922" y="3592711"/>
                </a:lnTo>
                <a:lnTo>
                  <a:pt x="3504733" y="3642505"/>
                </a:lnTo>
                <a:lnTo>
                  <a:pt x="3344090" y="3645620"/>
                </a:lnTo>
                <a:cubicBezTo>
                  <a:pt x="3179267" y="3652578"/>
                  <a:pt x="3015642" y="3636699"/>
                  <a:pt x="2851776" y="3628492"/>
                </a:cubicBezTo>
                <a:cubicBezTo>
                  <a:pt x="2716167" y="3622675"/>
                  <a:pt x="2580186" y="3623335"/>
                  <a:pt x="2444683" y="3630454"/>
                </a:cubicBezTo>
                <a:cubicBezTo>
                  <a:pt x="2220221" y="3640802"/>
                  <a:pt x="1995757" y="3642229"/>
                  <a:pt x="1771055" y="3636431"/>
                </a:cubicBezTo>
                <a:cubicBezTo>
                  <a:pt x="1659183" y="3633576"/>
                  <a:pt x="1547429" y="3634736"/>
                  <a:pt x="1435675" y="3638305"/>
                </a:cubicBezTo>
                <a:cubicBezTo>
                  <a:pt x="1179419" y="3646601"/>
                  <a:pt x="923403" y="3637323"/>
                  <a:pt x="667265" y="3634558"/>
                </a:cubicBezTo>
                <a:cubicBezTo>
                  <a:pt x="569736" y="3633488"/>
                  <a:pt x="472205" y="3633665"/>
                  <a:pt x="374793" y="3637679"/>
                </a:cubicBezTo>
                <a:cubicBezTo>
                  <a:pt x="264415" y="3642140"/>
                  <a:pt x="154036" y="3643412"/>
                  <a:pt x="43657" y="3642932"/>
                </a:cubicBezTo>
                <a:lnTo>
                  <a:pt x="11965" y="3642429"/>
                </a:lnTo>
                <a:lnTo>
                  <a:pt x="24360" y="3479541"/>
                </a:lnTo>
                <a:cubicBezTo>
                  <a:pt x="26194" y="3423392"/>
                  <a:pt x="25594" y="3367189"/>
                  <a:pt x="22559" y="3311038"/>
                </a:cubicBezTo>
                <a:cubicBezTo>
                  <a:pt x="16343" y="3197955"/>
                  <a:pt x="-628" y="3084971"/>
                  <a:pt x="13594" y="2971689"/>
                </a:cubicBezTo>
                <a:cubicBezTo>
                  <a:pt x="38335" y="2776712"/>
                  <a:pt x="12519" y="2582431"/>
                  <a:pt x="4272" y="2387950"/>
                </a:cubicBezTo>
                <a:cubicBezTo>
                  <a:pt x="-3262" y="2237604"/>
                  <a:pt x="2250" y="2086990"/>
                  <a:pt x="20765" y="1937298"/>
                </a:cubicBezTo>
                <a:cubicBezTo>
                  <a:pt x="38958" y="1790576"/>
                  <a:pt x="37113" y="1642627"/>
                  <a:pt x="15268" y="1496252"/>
                </a:cubicBezTo>
                <a:cubicBezTo>
                  <a:pt x="7718" y="1430798"/>
                  <a:pt x="7400" y="1364898"/>
                  <a:pt x="14311" y="1299395"/>
                </a:cubicBezTo>
                <a:cubicBezTo>
                  <a:pt x="22640" y="1195064"/>
                  <a:pt x="20682" y="1090348"/>
                  <a:pt x="8455" y="986285"/>
                </a:cubicBezTo>
                <a:cubicBezTo>
                  <a:pt x="-8159" y="849535"/>
                  <a:pt x="3794" y="712390"/>
                  <a:pt x="9890" y="575540"/>
                </a:cubicBezTo>
                <a:cubicBezTo>
                  <a:pt x="14432" y="472556"/>
                  <a:pt x="17180" y="369671"/>
                  <a:pt x="12878" y="266688"/>
                </a:cubicBezTo>
                <a:lnTo>
                  <a:pt x="14418" y="21931"/>
                </a:lnTo>
                <a:lnTo>
                  <a:pt x="163536" y="23733"/>
                </a:lnTo>
                <a:cubicBezTo>
                  <a:pt x="346324" y="25875"/>
                  <a:pt x="528992" y="25875"/>
                  <a:pt x="711061" y="9535"/>
                </a:cubicBezTo>
                <a:cubicBezTo>
                  <a:pt x="769618" y="4223"/>
                  <a:pt x="828414" y="562"/>
                  <a:pt x="887180" y="6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4916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9BE56BD-3D90-7772-B181-B2ACF3D86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All rounds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Tijdelijke aanduiding voor inhoud 4" descr="Afbeelding met tekst, schermopname, Parallel, diagram&#10;&#10;Door AI gegenereerde inhoud is mogelijk onjuist.">
            <a:extLst>
              <a:ext uri="{FF2B5EF4-FFF2-40B4-BE49-F238E27FC236}">
                <a16:creationId xmlns:a16="http://schemas.microsoft.com/office/drawing/2014/main" id="{9C3BB602-ACFD-6ECE-9F78-F1C36DE4E9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608" y="3245372"/>
            <a:ext cx="3758184" cy="2348865"/>
          </a:xfrm>
          <a:prstGeom prst="rect">
            <a:avLst/>
          </a:prstGeom>
        </p:spPr>
      </p:pic>
      <p:pic>
        <p:nvPicPr>
          <p:cNvPr id="9" name="Afbeelding 8" descr="Afbeelding met tekst, schermopname, ontwerp&#10;&#10;Door AI gegenereerde inhoud is mogelijk onjuist.">
            <a:extLst>
              <a:ext uri="{FF2B5EF4-FFF2-40B4-BE49-F238E27FC236}">
                <a16:creationId xmlns:a16="http://schemas.microsoft.com/office/drawing/2014/main" id="{CBAAB159-32CB-F574-6EED-BA60858E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9741" y="3245371"/>
            <a:ext cx="3758184" cy="2348865"/>
          </a:xfrm>
          <a:prstGeom prst="rect">
            <a:avLst/>
          </a:prstGeom>
        </p:spPr>
      </p:pic>
      <p:pic>
        <p:nvPicPr>
          <p:cNvPr id="7" name="Afbeelding 6" descr="Afbeelding met tekst, schermopname, Parallel, nummer&#10;&#10;Door AI gegenereerde inhoud is mogelijk onjuist.">
            <a:extLst>
              <a:ext uri="{FF2B5EF4-FFF2-40B4-BE49-F238E27FC236}">
                <a16:creationId xmlns:a16="http://schemas.microsoft.com/office/drawing/2014/main" id="{4A43EBAA-8D23-803B-6F0D-62533856A9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1688" y="3245370"/>
            <a:ext cx="3758184" cy="234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85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351EF9-B4E4-544B-3306-7D17DBAEB9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AVG </a:t>
            </a:r>
            <a:r>
              <a:rPr lang="nl-NL" dirty="0" err="1"/>
              <a:t>inhabitants</a:t>
            </a:r>
            <a:r>
              <a:rPr lang="nl-NL" dirty="0"/>
              <a:t> per area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F409FB6-DEDC-9E34-823F-6DB7BAE6A8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33148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25ED766-3A2D-788E-8458-EB078037B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All rounds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Tijdelijke aanduiding voor inhoud 4" descr="Afbeelding met tekst, schermopname, diagram, Lettertype&#10;&#10;Door AI gegenereerde inhoud is mogelijk onjuist.">
            <a:extLst>
              <a:ext uri="{FF2B5EF4-FFF2-40B4-BE49-F238E27FC236}">
                <a16:creationId xmlns:a16="http://schemas.microsoft.com/office/drawing/2014/main" id="{BB823D40-9AC0-0902-29EC-1CB8730511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608" y="3292350"/>
            <a:ext cx="3758184" cy="2254909"/>
          </a:xfrm>
          <a:prstGeom prst="rect">
            <a:avLst/>
          </a:prstGeom>
        </p:spPr>
      </p:pic>
      <p:pic>
        <p:nvPicPr>
          <p:cNvPr id="9" name="Afbeelding 8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D95C7BF1-98AA-E507-5A8C-980E486C7F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1208" y="3292349"/>
            <a:ext cx="3758184" cy="2254909"/>
          </a:xfrm>
          <a:prstGeom prst="rect">
            <a:avLst/>
          </a:prstGeom>
        </p:spPr>
      </p:pic>
      <p:pic>
        <p:nvPicPr>
          <p:cNvPr id="7" name="Afbeelding 6" descr="Afbeelding met tekst, schermopname, lijn, diagram&#10;&#10;Door AI gegenereerde inhoud is mogelijk onjuist.">
            <a:extLst>
              <a:ext uri="{FF2B5EF4-FFF2-40B4-BE49-F238E27FC236}">
                <a16:creationId xmlns:a16="http://schemas.microsoft.com/office/drawing/2014/main" id="{FD6BD1E3-C0BF-CF37-2FC3-F90F938E3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4609" y="3292350"/>
            <a:ext cx="3758184" cy="225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5981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3D1E95-40F3-2ECC-97B9-57AB23948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5792" y="2995204"/>
            <a:ext cx="10515600" cy="1325563"/>
          </a:xfrm>
        </p:spPr>
        <p:txBody>
          <a:bodyPr>
            <a:normAutofit/>
          </a:bodyPr>
          <a:lstStyle/>
          <a:p>
            <a:r>
              <a:rPr lang="nl-NL" sz="7000" dirty="0" err="1"/>
              <a:t>Relocation</a:t>
            </a:r>
            <a:endParaRPr lang="nl-NL" sz="7000" dirty="0"/>
          </a:p>
        </p:txBody>
      </p:sp>
    </p:spTree>
    <p:extLst>
      <p:ext uri="{BB962C8B-B14F-4D97-AF65-F5344CB8AC3E}">
        <p14:creationId xmlns:p14="http://schemas.microsoft.com/office/powerpoint/2010/main" val="20258123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91F1B39-AF4E-1BC6-A754-C9D2F7EDD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57189"/>
            <a:ext cx="9795637" cy="11048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/>
              <a:t>All rounds</a:t>
            </a:r>
          </a:p>
        </p:txBody>
      </p:sp>
      <p:pic>
        <p:nvPicPr>
          <p:cNvPr id="9" name="Afbeelding 8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FBF46184-1E96-16EC-2B1B-0BE3C637A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044" y="3024362"/>
            <a:ext cx="3797536" cy="3038030"/>
          </a:xfrm>
          <a:prstGeom prst="rect">
            <a:avLst/>
          </a:prstGeom>
        </p:spPr>
      </p:pic>
      <p:pic>
        <p:nvPicPr>
          <p:cNvPr id="7" name="Afbeelding 6" descr="Afbeelding met tekst, schermopname, diagram, Rechthoek&#10;&#10;Door AI gegenereerde inhoud is mogelijk onjuist.">
            <a:extLst>
              <a:ext uri="{FF2B5EF4-FFF2-40B4-BE49-F238E27FC236}">
                <a16:creationId xmlns:a16="http://schemas.microsoft.com/office/drawing/2014/main" id="{4FBB567C-BF2B-B6CA-6140-00E42C2FC1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3386" y="3024362"/>
            <a:ext cx="3797536" cy="3038030"/>
          </a:xfrm>
          <a:prstGeom prst="rect">
            <a:avLst/>
          </a:prstGeom>
        </p:spPr>
      </p:pic>
      <p:pic>
        <p:nvPicPr>
          <p:cNvPr id="5" name="Tijdelijke aanduiding voor inhoud 4" descr="Afbeelding met tekst, schermopname, Parallel, diagram&#10;&#10;Door AI gegenereerde inhoud is mogelijk onjuist.">
            <a:extLst>
              <a:ext uri="{FF2B5EF4-FFF2-40B4-BE49-F238E27FC236}">
                <a16:creationId xmlns:a16="http://schemas.microsoft.com/office/drawing/2014/main" id="{BE5BB320-C754-BAB4-64B8-60AD5FF702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21" y="2982113"/>
            <a:ext cx="3797536" cy="3038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29969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1582</TotalTime>
  <Words>50</Words>
  <Application>Microsoft Office PowerPoint</Application>
  <PresentationFormat>Breedbeeld</PresentationFormat>
  <Paragraphs>24</Paragraphs>
  <Slides>22</Slides>
  <Notes>2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Kantoorthema</vt:lpstr>
      <vt:lpstr>INCOME SPENDING</vt:lpstr>
      <vt:lpstr>Ronde 1 </vt:lpstr>
      <vt:lpstr>RONDE 2</vt:lpstr>
      <vt:lpstr>Ronde 3/2</vt:lpstr>
      <vt:lpstr>Ronde 4/3</vt:lpstr>
      <vt:lpstr>All rounds</vt:lpstr>
      <vt:lpstr>Percentage personal/personal + house</vt:lpstr>
      <vt:lpstr>Ronde 1 </vt:lpstr>
      <vt:lpstr>Ronde 2 </vt:lpstr>
      <vt:lpstr>Ronde 3/2 </vt:lpstr>
      <vt:lpstr>Ronde 4/3 </vt:lpstr>
      <vt:lpstr>All rounds</vt:lpstr>
      <vt:lpstr>MEASURES</vt:lpstr>
      <vt:lpstr>Ronde 1 </vt:lpstr>
      <vt:lpstr>Ronde 2 </vt:lpstr>
      <vt:lpstr>Ronde 3/2 </vt:lpstr>
      <vt:lpstr>Ronde 4/3 </vt:lpstr>
      <vt:lpstr>All rounds</vt:lpstr>
      <vt:lpstr>AVG inhabitants per area</vt:lpstr>
      <vt:lpstr>All rounds</vt:lpstr>
      <vt:lpstr>Relocation</vt:lpstr>
      <vt:lpstr>All rounds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Anne Sophia Huitema</dc:creator>
  <cp:lastModifiedBy>Anne Sophia Huitema</cp:lastModifiedBy>
  <cp:revision>1</cp:revision>
  <dcterms:created xsi:type="dcterms:W3CDTF">2026-01-09T09:47:06Z</dcterms:created>
  <dcterms:modified xsi:type="dcterms:W3CDTF">2026-01-29T08:59:32Z</dcterms:modified>
</cp:coreProperties>
</file>