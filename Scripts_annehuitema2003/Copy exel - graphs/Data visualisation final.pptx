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comments/modernComment_143_477F066F.xml" ContentType="application/vnd.ms-powerpoint.comments+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322" r:id="rId5"/>
    <p:sldId id="318" r:id="rId6"/>
    <p:sldId id="321" r:id="rId7"/>
    <p:sldId id="323" r:id="rId8"/>
    <p:sldId id="325" r:id="rId9"/>
    <p:sldId id="326" r:id="rId10"/>
    <p:sldId id="327" r:id="rId11"/>
    <p:sldId id="319" r:id="rId12"/>
    <p:sldId id="320" r:id="rId13"/>
    <p:sldId id="324" r:id="rId14"/>
    <p:sldId id="328" r:id="rId15"/>
    <p:sldId id="329" r:id="rId16"/>
    <p:sldId id="332" r:id="rId17"/>
    <p:sldId id="333" r:id="rId18"/>
  </p:sldIdLst>
  <p:sldSz cx="12192000" cy="6858000"/>
  <p:notesSz cx="6858000" cy="9144000"/>
  <p:defaultTextStyle>
    <a:defPPr rtl="0">
      <a:defRPr lang="nl-NL"/>
    </a:defPPr>
    <a:lvl1pPr marL="0" algn="l" defTabSz="914400" rtl="0" eaLnBrk="1" latinLnBrk="0" hangingPunct="1">
      <a:defRPr lang="nl-NL" sz="1800" kern="1200">
        <a:solidFill>
          <a:schemeClr val="tx1"/>
        </a:solidFill>
        <a:latin typeface="+mn-lt"/>
        <a:ea typeface="+mn-ea"/>
        <a:cs typeface="+mn-cs"/>
      </a:defRPr>
    </a:lvl1pPr>
    <a:lvl2pPr marL="457200" algn="l" defTabSz="914400" rtl="0" eaLnBrk="1" latinLnBrk="0" hangingPunct="1">
      <a:defRPr lang="nl-NL" sz="1800" kern="1200">
        <a:solidFill>
          <a:schemeClr val="tx1"/>
        </a:solidFill>
        <a:latin typeface="+mn-lt"/>
        <a:ea typeface="+mn-ea"/>
        <a:cs typeface="+mn-cs"/>
      </a:defRPr>
    </a:lvl2pPr>
    <a:lvl3pPr marL="914400" algn="l" defTabSz="914400" rtl="0" eaLnBrk="1" latinLnBrk="0" hangingPunct="1">
      <a:defRPr lang="nl-NL" sz="1800" kern="1200">
        <a:solidFill>
          <a:schemeClr val="tx1"/>
        </a:solidFill>
        <a:latin typeface="+mn-lt"/>
        <a:ea typeface="+mn-ea"/>
        <a:cs typeface="+mn-cs"/>
      </a:defRPr>
    </a:lvl3pPr>
    <a:lvl4pPr marL="1371600" algn="l" defTabSz="914400" rtl="0" eaLnBrk="1" latinLnBrk="0" hangingPunct="1">
      <a:defRPr lang="nl-NL" sz="1800" kern="1200">
        <a:solidFill>
          <a:schemeClr val="tx1"/>
        </a:solidFill>
        <a:latin typeface="+mn-lt"/>
        <a:ea typeface="+mn-ea"/>
        <a:cs typeface="+mn-cs"/>
      </a:defRPr>
    </a:lvl4pPr>
    <a:lvl5pPr marL="1828800" algn="l" defTabSz="914400" rtl="0" eaLnBrk="1" latinLnBrk="0" hangingPunct="1">
      <a:defRPr lang="nl-NL" sz="1800" kern="1200">
        <a:solidFill>
          <a:schemeClr val="tx1"/>
        </a:solidFill>
        <a:latin typeface="+mn-lt"/>
        <a:ea typeface="+mn-ea"/>
        <a:cs typeface="+mn-cs"/>
      </a:defRPr>
    </a:lvl5pPr>
    <a:lvl6pPr marL="2286000" algn="l" defTabSz="914400" rtl="0" eaLnBrk="1" latinLnBrk="0" hangingPunct="1">
      <a:defRPr lang="nl-NL" sz="1800" kern="1200">
        <a:solidFill>
          <a:schemeClr val="tx1"/>
        </a:solidFill>
        <a:latin typeface="+mn-lt"/>
        <a:ea typeface="+mn-ea"/>
        <a:cs typeface="+mn-cs"/>
      </a:defRPr>
    </a:lvl6pPr>
    <a:lvl7pPr marL="2743200" algn="l" defTabSz="914400" rtl="0" eaLnBrk="1" latinLnBrk="0" hangingPunct="1">
      <a:defRPr lang="nl-NL" sz="1800" kern="1200">
        <a:solidFill>
          <a:schemeClr val="tx1"/>
        </a:solidFill>
        <a:latin typeface="+mn-lt"/>
        <a:ea typeface="+mn-ea"/>
        <a:cs typeface="+mn-cs"/>
      </a:defRPr>
    </a:lvl7pPr>
    <a:lvl8pPr marL="3200400" algn="l" defTabSz="914400" rtl="0" eaLnBrk="1" latinLnBrk="0" hangingPunct="1">
      <a:defRPr lang="nl-NL" sz="1800" kern="1200">
        <a:solidFill>
          <a:schemeClr val="tx1"/>
        </a:solidFill>
        <a:latin typeface="+mn-lt"/>
        <a:ea typeface="+mn-ea"/>
        <a:cs typeface="+mn-cs"/>
      </a:defRPr>
    </a:lvl8pPr>
    <a:lvl9pPr marL="3657600" algn="l" defTabSz="914400" rtl="0" eaLnBrk="1" latinLnBrk="0" hangingPunct="1">
      <a:defRPr lang="nl-NL"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4D65E8C-F449-18D4-6C93-68B6565C4E0C}" name="Anne Sophia Huitema" initials="AH" userId="1a040831fc7e827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525AB3-75DE-4364-A224-61A472F2BBD9}" v="13" dt="2025-11-26T21:00:33.307"/>
  </p1510:revLst>
</p1510:revInfo>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88" autoAdjust="0"/>
  </p:normalViewPr>
  <p:slideViewPr>
    <p:cSldViewPr snapToGrid="0">
      <p:cViewPr varScale="1">
        <p:scale>
          <a:sx n="91" d="100"/>
          <a:sy n="91" d="100"/>
        </p:scale>
        <p:origin x="322" y="6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882" y="132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e Sophia Huitema" userId="1a040831fc7e8278" providerId="LiveId" clId="{5DB01EA1-AEC0-4459-B203-A7587169DCBA}"/>
    <pc:docChg chg="undo custSel addSld delSld modSld sldOrd">
      <pc:chgData name="Anne Sophia Huitema" userId="1a040831fc7e8278" providerId="LiveId" clId="{5DB01EA1-AEC0-4459-B203-A7587169DCBA}" dt="2025-11-26T21:05:27.487" v="945" actId="20577"/>
      <pc:docMkLst>
        <pc:docMk/>
      </pc:docMkLst>
      <pc:sldChg chg="del">
        <pc:chgData name="Anne Sophia Huitema" userId="1a040831fc7e8278" providerId="LiveId" clId="{5DB01EA1-AEC0-4459-B203-A7587169DCBA}" dt="2025-11-26T20:58:22.354" v="786" actId="47"/>
        <pc:sldMkLst>
          <pc:docMk/>
          <pc:sldMk cId="704370842" sldId="310"/>
        </pc:sldMkLst>
      </pc:sldChg>
      <pc:sldChg chg="del">
        <pc:chgData name="Anne Sophia Huitema" userId="1a040831fc7e8278" providerId="LiveId" clId="{5DB01EA1-AEC0-4459-B203-A7587169DCBA}" dt="2025-11-26T20:58:19.467" v="785" actId="47"/>
        <pc:sldMkLst>
          <pc:docMk/>
          <pc:sldMk cId="1669023770" sldId="311"/>
        </pc:sldMkLst>
      </pc:sldChg>
      <pc:sldChg chg="del">
        <pc:chgData name="Anne Sophia Huitema" userId="1a040831fc7e8278" providerId="LiveId" clId="{5DB01EA1-AEC0-4459-B203-A7587169DCBA}" dt="2025-11-26T20:58:18.400" v="784" actId="47"/>
        <pc:sldMkLst>
          <pc:docMk/>
          <pc:sldMk cId="952135350" sldId="312"/>
        </pc:sldMkLst>
      </pc:sldChg>
      <pc:sldChg chg="del">
        <pc:chgData name="Anne Sophia Huitema" userId="1a040831fc7e8278" providerId="LiveId" clId="{5DB01EA1-AEC0-4459-B203-A7587169DCBA}" dt="2025-11-26T20:58:17.718" v="783" actId="47"/>
        <pc:sldMkLst>
          <pc:docMk/>
          <pc:sldMk cId="2224546682" sldId="313"/>
        </pc:sldMkLst>
      </pc:sldChg>
      <pc:sldChg chg="del">
        <pc:chgData name="Anne Sophia Huitema" userId="1a040831fc7e8278" providerId="LiveId" clId="{5DB01EA1-AEC0-4459-B203-A7587169DCBA}" dt="2025-11-26T20:58:17.182" v="782" actId="47"/>
        <pc:sldMkLst>
          <pc:docMk/>
          <pc:sldMk cId="82250651" sldId="314"/>
        </pc:sldMkLst>
      </pc:sldChg>
      <pc:sldChg chg="del">
        <pc:chgData name="Anne Sophia Huitema" userId="1a040831fc7e8278" providerId="LiveId" clId="{5DB01EA1-AEC0-4459-B203-A7587169DCBA}" dt="2025-11-26T20:58:16.607" v="781" actId="47"/>
        <pc:sldMkLst>
          <pc:docMk/>
          <pc:sldMk cId="2302010161" sldId="315"/>
        </pc:sldMkLst>
      </pc:sldChg>
      <pc:sldChg chg="del">
        <pc:chgData name="Anne Sophia Huitema" userId="1a040831fc7e8278" providerId="LiveId" clId="{5DB01EA1-AEC0-4459-B203-A7587169DCBA}" dt="2025-11-26T20:58:15.929" v="780" actId="47"/>
        <pc:sldMkLst>
          <pc:docMk/>
          <pc:sldMk cId="554382460" sldId="316"/>
        </pc:sldMkLst>
      </pc:sldChg>
      <pc:sldChg chg="del">
        <pc:chgData name="Anne Sophia Huitema" userId="1a040831fc7e8278" providerId="LiveId" clId="{5DB01EA1-AEC0-4459-B203-A7587169DCBA}" dt="2025-11-26T20:58:13.149" v="779" actId="47"/>
        <pc:sldMkLst>
          <pc:docMk/>
          <pc:sldMk cId="4011334062" sldId="317"/>
        </pc:sldMkLst>
      </pc:sldChg>
      <pc:sldChg chg="addSp delSp modSp mod ord">
        <pc:chgData name="Anne Sophia Huitema" userId="1a040831fc7e8278" providerId="LiveId" clId="{5DB01EA1-AEC0-4459-B203-A7587169DCBA}" dt="2025-11-26T19:19:53.974" v="258" actId="26606"/>
        <pc:sldMkLst>
          <pc:docMk/>
          <pc:sldMk cId="3421680658" sldId="319"/>
        </pc:sldMkLst>
        <pc:spChg chg="add del mod">
          <ac:chgData name="Anne Sophia Huitema" userId="1a040831fc7e8278" providerId="LiveId" clId="{5DB01EA1-AEC0-4459-B203-A7587169DCBA}" dt="2025-11-26T19:18:03.898" v="157" actId="478"/>
          <ac:spMkLst>
            <pc:docMk/>
            <pc:sldMk cId="3421680658" sldId="319"/>
            <ac:spMk id="6" creationId="{B3B3EE5D-DE0C-CB0E-BCA8-F79889EA680B}"/>
          </ac:spMkLst>
        </pc:spChg>
        <pc:spChg chg="mod">
          <ac:chgData name="Anne Sophia Huitema" userId="1a040831fc7e8278" providerId="LiveId" clId="{5DB01EA1-AEC0-4459-B203-A7587169DCBA}" dt="2025-11-26T19:19:53.974" v="258" actId="26606"/>
          <ac:spMkLst>
            <pc:docMk/>
            <pc:sldMk cId="3421680658" sldId="319"/>
            <ac:spMk id="7" creationId="{4C0FEFBF-60FD-0161-6F6E-89EE39389CEE}"/>
          </ac:spMkLst>
        </pc:spChg>
        <pc:spChg chg="mod ord">
          <ac:chgData name="Anne Sophia Huitema" userId="1a040831fc7e8278" providerId="LiveId" clId="{5DB01EA1-AEC0-4459-B203-A7587169DCBA}" dt="2025-11-26T19:19:53.974" v="258" actId="26606"/>
          <ac:spMkLst>
            <pc:docMk/>
            <pc:sldMk cId="3421680658" sldId="319"/>
            <ac:spMk id="8" creationId="{DD542008-8017-76E5-ABC0-32401068875D}"/>
          </ac:spMkLst>
        </pc:spChg>
        <pc:picChg chg="add mod">
          <ac:chgData name="Anne Sophia Huitema" userId="1a040831fc7e8278" providerId="LiveId" clId="{5DB01EA1-AEC0-4459-B203-A7587169DCBA}" dt="2025-11-26T19:19:53.974" v="258" actId="26606"/>
          <ac:picMkLst>
            <pc:docMk/>
            <pc:sldMk cId="3421680658" sldId="319"/>
            <ac:picMk id="3" creationId="{A00D5FE9-87B5-8EFD-7D52-EA73C93BA999}"/>
          </ac:picMkLst>
        </pc:picChg>
        <pc:picChg chg="del">
          <ac:chgData name="Anne Sophia Huitema" userId="1a040831fc7e8278" providerId="LiveId" clId="{5DB01EA1-AEC0-4459-B203-A7587169DCBA}" dt="2025-11-26T19:18:00.452" v="156" actId="478"/>
          <ac:picMkLst>
            <pc:docMk/>
            <pc:sldMk cId="3421680658" sldId="319"/>
            <ac:picMk id="5" creationId="{E71238CA-461F-1B03-D7E1-786C002AB7DC}"/>
          </ac:picMkLst>
        </pc:picChg>
      </pc:sldChg>
      <pc:sldChg chg="addSp delSp modSp mod ord">
        <pc:chgData name="Anne Sophia Huitema" userId="1a040831fc7e8278" providerId="LiveId" clId="{5DB01EA1-AEC0-4459-B203-A7587169DCBA}" dt="2025-11-26T21:01:05.080" v="884" actId="1076"/>
        <pc:sldMkLst>
          <pc:docMk/>
          <pc:sldMk cId="3752118431" sldId="320"/>
        </pc:sldMkLst>
        <pc:spChg chg="del mod">
          <ac:chgData name="Anne Sophia Huitema" userId="1a040831fc7e8278" providerId="LiveId" clId="{5DB01EA1-AEC0-4459-B203-A7587169DCBA}" dt="2025-11-26T19:20:05.148" v="263" actId="478"/>
          <ac:spMkLst>
            <pc:docMk/>
            <pc:sldMk cId="3752118431" sldId="320"/>
            <ac:spMk id="3" creationId="{89D0E47E-D228-15EB-5886-33E9AA181D03}"/>
          </ac:spMkLst>
        </pc:spChg>
        <pc:spChg chg="add del mod">
          <ac:chgData name="Anne Sophia Huitema" userId="1a040831fc7e8278" providerId="LiveId" clId="{5DB01EA1-AEC0-4459-B203-A7587169DCBA}" dt="2025-11-26T19:20:00.141" v="260" actId="478"/>
          <ac:spMkLst>
            <pc:docMk/>
            <pc:sldMk cId="3752118431" sldId="320"/>
            <ac:spMk id="7" creationId="{A746FCF6-7D94-7D22-C763-58349D21B866}"/>
          </ac:spMkLst>
        </pc:spChg>
        <pc:spChg chg="add del mod">
          <ac:chgData name="Anne Sophia Huitema" userId="1a040831fc7e8278" providerId="LiveId" clId="{5DB01EA1-AEC0-4459-B203-A7587169DCBA}" dt="2025-11-26T19:20:06.884" v="264" actId="478"/>
          <ac:spMkLst>
            <pc:docMk/>
            <pc:sldMk cId="3752118431" sldId="320"/>
            <ac:spMk id="9" creationId="{18EA51D8-2C11-AA2F-862F-D9F38E8A1800}"/>
          </ac:spMkLst>
        </pc:spChg>
        <pc:spChg chg="add del">
          <ac:chgData name="Anne Sophia Huitema" userId="1a040831fc7e8278" providerId="LiveId" clId="{5DB01EA1-AEC0-4459-B203-A7587169DCBA}" dt="2025-11-26T19:20:12.719" v="266" actId="22"/>
          <ac:spMkLst>
            <pc:docMk/>
            <pc:sldMk cId="3752118431" sldId="320"/>
            <ac:spMk id="11" creationId="{9CBB2456-A52B-542D-D188-370FDD62CE3D}"/>
          </ac:spMkLst>
        </pc:spChg>
        <pc:spChg chg="add mod">
          <ac:chgData name="Anne Sophia Huitema" userId="1a040831fc7e8278" providerId="LiveId" clId="{5DB01EA1-AEC0-4459-B203-A7587169DCBA}" dt="2025-11-26T21:01:05.080" v="884" actId="1076"/>
          <ac:spMkLst>
            <pc:docMk/>
            <pc:sldMk cId="3752118431" sldId="320"/>
            <ac:spMk id="17" creationId="{1B6C5F22-D7DC-81DC-338E-B7825966C073}"/>
          </ac:spMkLst>
        </pc:spChg>
        <pc:picChg chg="del">
          <ac:chgData name="Anne Sophia Huitema" userId="1a040831fc7e8278" providerId="LiveId" clId="{5DB01EA1-AEC0-4459-B203-A7587169DCBA}" dt="2025-11-26T19:19:58.667" v="259" actId="478"/>
          <ac:picMkLst>
            <pc:docMk/>
            <pc:sldMk cId="3752118431" sldId="320"/>
            <ac:picMk id="4" creationId="{5E6D83BB-8C90-A74A-7CB5-59884B99448A}"/>
          </ac:picMkLst>
        </pc:picChg>
        <pc:picChg chg="add del">
          <ac:chgData name="Anne Sophia Huitema" userId="1a040831fc7e8278" providerId="LiveId" clId="{5DB01EA1-AEC0-4459-B203-A7587169DCBA}" dt="2025-11-26T18:56:57.414" v="54" actId="478"/>
          <ac:picMkLst>
            <pc:docMk/>
            <pc:sldMk cId="3752118431" sldId="320"/>
            <ac:picMk id="5" creationId="{E9B13143-03E2-CC97-4FA4-0822AAE8349B}"/>
          </ac:picMkLst>
        </pc:picChg>
        <pc:picChg chg="add mod">
          <ac:chgData name="Anne Sophia Huitema" userId="1a040831fc7e8278" providerId="LiveId" clId="{5DB01EA1-AEC0-4459-B203-A7587169DCBA}" dt="2025-11-26T19:26:23.834" v="279" actId="14100"/>
          <ac:picMkLst>
            <pc:docMk/>
            <pc:sldMk cId="3752118431" sldId="320"/>
            <ac:picMk id="12" creationId="{E94F757F-F204-82E0-D5A4-9772192E7A70}"/>
          </ac:picMkLst>
        </pc:picChg>
        <pc:picChg chg="add mod">
          <ac:chgData name="Anne Sophia Huitema" userId="1a040831fc7e8278" providerId="LiveId" clId="{5DB01EA1-AEC0-4459-B203-A7587169DCBA}" dt="2025-11-26T19:26:56.042" v="287" actId="1076"/>
          <ac:picMkLst>
            <pc:docMk/>
            <pc:sldMk cId="3752118431" sldId="320"/>
            <ac:picMk id="14" creationId="{986AA8F4-EED3-2C21-25B6-FE744157523B}"/>
          </ac:picMkLst>
        </pc:picChg>
        <pc:picChg chg="add mod">
          <ac:chgData name="Anne Sophia Huitema" userId="1a040831fc7e8278" providerId="LiveId" clId="{5DB01EA1-AEC0-4459-B203-A7587169DCBA}" dt="2025-11-26T19:26:40.657" v="283" actId="14100"/>
          <ac:picMkLst>
            <pc:docMk/>
            <pc:sldMk cId="3752118431" sldId="320"/>
            <ac:picMk id="16" creationId="{6CBB7868-46B5-2F60-4664-2D0A332F5414}"/>
          </ac:picMkLst>
        </pc:picChg>
      </pc:sldChg>
      <pc:sldChg chg="addSp delSp modSp mod setBg">
        <pc:chgData name="Anne Sophia Huitema" userId="1a040831fc7e8278" providerId="LiveId" clId="{5DB01EA1-AEC0-4459-B203-A7587169DCBA}" dt="2025-11-26T18:57:09.548" v="56"/>
        <pc:sldMkLst>
          <pc:docMk/>
          <pc:sldMk cId="1199507055" sldId="323"/>
        </pc:sldMkLst>
        <pc:spChg chg="mod">
          <ac:chgData name="Anne Sophia Huitema" userId="1a040831fc7e8278" providerId="LiveId" clId="{5DB01EA1-AEC0-4459-B203-A7587169DCBA}" dt="2025-11-26T18:57:09.548" v="56"/>
          <ac:spMkLst>
            <pc:docMk/>
            <pc:sldMk cId="1199507055" sldId="323"/>
            <ac:spMk id="4" creationId="{10B9F7D9-EC28-3103-5C84-464DB2A01F9C}"/>
          </ac:spMkLst>
        </pc:spChg>
        <pc:spChg chg="add mod">
          <ac:chgData name="Anne Sophia Huitema" userId="1a040831fc7e8278" providerId="LiveId" clId="{5DB01EA1-AEC0-4459-B203-A7587169DCBA}" dt="2025-11-26T18:56:37.771" v="52" actId="14100"/>
          <ac:spMkLst>
            <pc:docMk/>
            <pc:sldMk cId="1199507055" sldId="323"/>
            <ac:spMk id="17" creationId="{25D7C272-3D77-E72A-248A-2BE65A9A4416}"/>
          </ac:spMkLst>
        </pc:spChg>
        <pc:picChg chg="del">
          <ac:chgData name="Anne Sophia Huitema" userId="1a040831fc7e8278" providerId="LiveId" clId="{5DB01EA1-AEC0-4459-B203-A7587169DCBA}" dt="2025-11-26T18:55:23.232" v="0" actId="478"/>
          <ac:picMkLst>
            <pc:docMk/>
            <pc:sldMk cId="1199507055" sldId="323"/>
            <ac:picMk id="12" creationId="{B13591D5-1AFF-ECCF-DC0F-6486C5564804}"/>
          </ac:picMkLst>
        </pc:picChg>
        <pc:picChg chg="add mod">
          <ac:chgData name="Anne Sophia Huitema" userId="1a040831fc7e8278" providerId="LiveId" clId="{5DB01EA1-AEC0-4459-B203-A7587169DCBA}" dt="2025-11-26T18:55:37.522" v="7" actId="1076"/>
          <ac:picMkLst>
            <pc:docMk/>
            <pc:sldMk cId="1199507055" sldId="323"/>
            <ac:picMk id="16" creationId="{7C41171E-72E1-FBA9-6C23-1D93E5933153}"/>
          </ac:picMkLst>
        </pc:picChg>
      </pc:sldChg>
      <pc:sldChg chg="addSp delSp modSp new mod modClrScheme chgLayout">
        <pc:chgData name="Anne Sophia Huitema" userId="1a040831fc7e8278" providerId="LiveId" clId="{5DB01EA1-AEC0-4459-B203-A7587169DCBA}" dt="2025-11-26T19:54:55.318" v="368" actId="20577"/>
        <pc:sldMkLst>
          <pc:docMk/>
          <pc:sldMk cId="3705186745" sldId="324"/>
        </pc:sldMkLst>
        <pc:spChg chg="del">
          <ac:chgData name="Anne Sophia Huitema" userId="1a040831fc7e8278" providerId="LiveId" clId="{5DB01EA1-AEC0-4459-B203-A7587169DCBA}" dt="2025-11-26T19:53:45.315" v="288" actId="478"/>
          <ac:spMkLst>
            <pc:docMk/>
            <pc:sldMk cId="3705186745" sldId="324"/>
            <ac:spMk id="2" creationId="{BEEE4EB9-A7CA-61EB-28DC-E582CB10262A}"/>
          </ac:spMkLst>
        </pc:spChg>
        <pc:spChg chg="del mod">
          <ac:chgData name="Anne Sophia Huitema" userId="1a040831fc7e8278" providerId="LiveId" clId="{5DB01EA1-AEC0-4459-B203-A7587169DCBA}" dt="2025-11-26T19:53:51.341" v="291" actId="478"/>
          <ac:spMkLst>
            <pc:docMk/>
            <pc:sldMk cId="3705186745" sldId="324"/>
            <ac:spMk id="3" creationId="{B46EBAA6-3F52-DF0C-C2EF-A26D78282F76}"/>
          </ac:spMkLst>
        </pc:spChg>
        <pc:spChg chg="mod ord modVis">
          <ac:chgData name="Anne Sophia Huitema" userId="1a040831fc7e8278" providerId="LiveId" clId="{5DB01EA1-AEC0-4459-B203-A7587169DCBA}" dt="2025-11-26T19:53:55.407" v="293" actId="26606"/>
          <ac:spMkLst>
            <pc:docMk/>
            <pc:sldMk cId="3705186745" sldId="324"/>
            <ac:spMk id="4" creationId="{B3B9F385-BE8D-7547-9FD5-DC501FA65CD1}"/>
          </ac:spMkLst>
        </pc:spChg>
        <pc:spChg chg="add mod">
          <ac:chgData name="Anne Sophia Huitema" userId="1a040831fc7e8278" providerId="LiveId" clId="{5DB01EA1-AEC0-4459-B203-A7587169DCBA}" dt="2025-11-26T19:54:19.174" v="361" actId="20577"/>
          <ac:spMkLst>
            <pc:docMk/>
            <pc:sldMk cId="3705186745" sldId="324"/>
            <ac:spMk id="11" creationId="{2B20FEF7-3614-D077-DEB1-C550EE7E5092}"/>
          </ac:spMkLst>
        </pc:spChg>
        <pc:spChg chg="add mod">
          <ac:chgData name="Anne Sophia Huitema" userId="1a040831fc7e8278" providerId="LiveId" clId="{5DB01EA1-AEC0-4459-B203-A7587169DCBA}" dt="2025-11-26T19:54:55.318" v="368" actId="20577"/>
          <ac:spMkLst>
            <pc:docMk/>
            <pc:sldMk cId="3705186745" sldId="324"/>
            <ac:spMk id="13" creationId="{319BC354-2C9B-B830-AA63-AF08B936BDA2}"/>
          </ac:spMkLst>
        </pc:spChg>
        <pc:picChg chg="add mod">
          <ac:chgData name="Anne Sophia Huitema" userId="1a040831fc7e8278" providerId="LiveId" clId="{5DB01EA1-AEC0-4459-B203-A7587169DCBA}" dt="2025-11-26T19:53:55.407" v="293" actId="26606"/>
          <ac:picMkLst>
            <pc:docMk/>
            <pc:sldMk cId="3705186745" sldId="324"/>
            <ac:picMk id="6" creationId="{85C993CE-AA1A-02FA-C7A2-E8E35BC2181D}"/>
          </ac:picMkLst>
        </pc:picChg>
      </pc:sldChg>
      <pc:sldChg chg="addSp delSp modSp add mod">
        <pc:chgData name="Anne Sophia Huitema" userId="1a040831fc7e8278" providerId="LiveId" clId="{5DB01EA1-AEC0-4459-B203-A7587169DCBA}" dt="2025-11-26T19:01:59.544" v="94" actId="1076"/>
        <pc:sldMkLst>
          <pc:docMk/>
          <pc:sldMk cId="3978883894" sldId="325"/>
        </pc:sldMkLst>
        <pc:spChg chg="add del mod">
          <ac:chgData name="Anne Sophia Huitema" userId="1a040831fc7e8278" providerId="LiveId" clId="{5DB01EA1-AEC0-4459-B203-A7587169DCBA}" dt="2025-11-26T18:58:46.672" v="68" actId="478"/>
          <ac:spMkLst>
            <pc:docMk/>
            <pc:sldMk cId="3978883894" sldId="325"/>
            <ac:spMk id="6" creationId="{99BD7AA3-38D1-28CD-4D51-A06F5CD2095C}"/>
          </ac:spMkLst>
        </pc:spChg>
        <pc:spChg chg="mod">
          <ac:chgData name="Anne Sophia Huitema" userId="1a040831fc7e8278" providerId="LiveId" clId="{5DB01EA1-AEC0-4459-B203-A7587169DCBA}" dt="2025-11-26T18:57:27.325" v="59" actId="20577"/>
          <ac:spMkLst>
            <pc:docMk/>
            <pc:sldMk cId="3978883894" sldId="325"/>
            <ac:spMk id="17" creationId="{9C82B10F-2BAE-C0A4-7F51-357562D43C46}"/>
          </ac:spMkLst>
        </pc:spChg>
        <pc:picChg chg="add mod">
          <ac:chgData name="Anne Sophia Huitema" userId="1a040831fc7e8278" providerId="LiveId" clId="{5DB01EA1-AEC0-4459-B203-A7587169DCBA}" dt="2025-11-26T18:58:53.110" v="69" actId="1076"/>
          <ac:picMkLst>
            <pc:docMk/>
            <pc:sldMk cId="3978883894" sldId="325"/>
            <ac:picMk id="3" creationId="{CDA67EBB-DA4A-65EB-CF5D-4E77F8AEE341}"/>
          </ac:picMkLst>
        </pc:picChg>
        <pc:picChg chg="del">
          <ac:chgData name="Anne Sophia Huitema" userId="1a040831fc7e8278" providerId="LiveId" clId="{5DB01EA1-AEC0-4459-B203-A7587169DCBA}" dt="2025-11-26T19:01:57.023" v="93" actId="478"/>
          <ac:picMkLst>
            <pc:docMk/>
            <pc:sldMk cId="3978883894" sldId="325"/>
            <ac:picMk id="8" creationId="{09CCBAA8-1154-C885-9B37-06455D63919B}"/>
          </ac:picMkLst>
        </pc:picChg>
        <pc:picChg chg="add mod">
          <ac:chgData name="Anne Sophia Huitema" userId="1a040831fc7e8278" providerId="LiveId" clId="{5DB01EA1-AEC0-4459-B203-A7587169DCBA}" dt="2025-11-26T18:59:59.807" v="76" actId="1076"/>
          <ac:picMkLst>
            <pc:docMk/>
            <pc:sldMk cId="3978883894" sldId="325"/>
            <ac:picMk id="9" creationId="{CE6A19DA-DE36-2118-68D2-521FD42A4DA1}"/>
          </ac:picMkLst>
        </pc:picChg>
        <pc:picChg chg="del">
          <ac:chgData name="Anne Sophia Huitema" userId="1a040831fc7e8278" providerId="LiveId" clId="{5DB01EA1-AEC0-4459-B203-A7587169DCBA}" dt="2025-11-26T18:58:39.552" v="65" actId="478"/>
          <ac:picMkLst>
            <pc:docMk/>
            <pc:sldMk cId="3978883894" sldId="325"/>
            <ac:picMk id="10" creationId="{5C739414-1CF4-7B14-92E6-0256753779B9}"/>
          </ac:picMkLst>
        </pc:picChg>
        <pc:picChg chg="add del mod">
          <ac:chgData name="Anne Sophia Huitema" userId="1a040831fc7e8278" providerId="LiveId" clId="{5DB01EA1-AEC0-4459-B203-A7587169DCBA}" dt="2025-11-26T19:01:02.201" v="87" actId="478"/>
          <ac:picMkLst>
            <pc:docMk/>
            <pc:sldMk cId="3978883894" sldId="325"/>
            <ac:picMk id="12" creationId="{CFC04A5C-D1F0-0AD1-9252-1FFBD5C592F7}"/>
          </ac:picMkLst>
        </pc:picChg>
        <pc:picChg chg="add mod">
          <ac:chgData name="Anne Sophia Huitema" userId="1a040831fc7e8278" providerId="LiveId" clId="{5DB01EA1-AEC0-4459-B203-A7587169DCBA}" dt="2025-11-26T19:01:59.544" v="94" actId="1076"/>
          <ac:picMkLst>
            <pc:docMk/>
            <pc:sldMk cId="3978883894" sldId="325"/>
            <ac:picMk id="15" creationId="{8EF9E3A3-A2C8-CCD6-F6B8-BB158629CDBB}"/>
          </ac:picMkLst>
        </pc:picChg>
        <pc:picChg chg="del">
          <ac:chgData name="Anne Sophia Huitema" userId="1a040831fc7e8278" providerId="LiveId" clId="{5DB01EA1-AEC0-4459-B203-A7587169DCBA}" dt="2025-11-26T18:59:54.901" v="75" actId="478"/>
          <ac:picMkLst>
            <pc:docMk/>
            <pc:sldMk cId="3978883894" sldId="325"/>
            <ac:picMk id="16" creationId="{D17F7A48-C773-B242-DD5F-740EC821E9A8}"/>
          </ac:picMkLst>
        </pc:picChg>
      </pc:sldChg>
      <pc:sldChg chg="addSp delSp modSp add mod">
        <pc:chgData name="Anne Sophia Huitema" userId="1a040831fc7e8278" providerId="LiveId" clId="{5DB01EA1-AEC0-4459-B203-A7587169DCBA}" dt="2025-11-26T19:05:55.152" v="122" actId="1076"/>
        <pc:sldMkLst>
          <pc:docMk/>
          <pc:sldMk cId="2137354219" sldId="326"/>
        </pc:sldMkLst>
        <pc:spChg chg="mod">
          <ac:chgData name="Anne Sophia Huitema" userId="1a040831fc7e8278" providerId="LiveId" clId="{5DB01EA1-AEC0-4459-B203-A7587169DCBA}" dt="2025-11-26T19:02:25.373" v="98" actId="20577"/>
          <ac:spMkLst>
            <pc:docMk/>
            <pc:sldMk cId="2137354219" sldId="326"/>
            <ac:spMk id="17" creationId="{2F5FCE1A-8732-636C-6B8E-F5C49BF07A77}"/>
          </ac:spMkLst>
        </pc:spChg>
        <pc:picChg chg="del">
          <ac:chgData name="Anne Sophia Huitema" userId="1a040831fc7e8278" providerId="LiveId" clId="{5DB01EA1-AEC0-4459-B203-A7587169DCBA}" dt="2025-11-26T19:03:16.536" v="104" actId="478"/>
          <ac:picMkLst>
            <pc:docMk/>
            <pc:sldMk cId="2137354219" sldId="326"/>
            <ac:picMk id="3" creationId="{008EAC76-BEA7-3C8F-DFA0-05484C3B7946}"/>
          </ac:picMkLst>
        </pc:picChg>
        <pc:picChg chg="add mod">
          <ac:chgData name="Anne Sophia Huitema" userId="1a040831fc7e8278" providerId="LiveId" clId="{5DB01EA1-AEC0-4459-B203-A7587169DCBA}" dt="2025-11-26T19:03:20.322" v="105" actId="1076"/>
          <ac:picMkLst>
            <pc:docMk/>
            <pc:sldMk cId="2137354219" sldId="326"/>
            <ac:picMk id="5" creationId="{34CA726B-66DE-922D-6E39-BEC18F0A6198}"/>
          </ac:picMkLst>
        </pc:picChg>
        <pc:picChg chg="add mod">
          <ac:chgData name="Anne Sophia Huitema" userId="1a040831fc7e8278" providerId="LiveId" clId="{5DB01EA1-AEC0-4459-B203-A7587169DCBA}" dt="2025-11-26T19:05:55.152" v="122" actId="1076"/>
          <ac:picMkLst>
            <pc:docMk/>
            <pc:sldMk cId="2137354219" sldId="326"/>
            <ac:picMk id="7" creationId="{FC3EB3E2-1551-CB64-49D1-49499AEB16A6}"/>
          </ac:picMkLst>
        </pc:picChg>
        <pc:picChg chg="del">
          <ac:chgData name="Anne Sophia Huitema" userId="1a040831fc7e8278" providerId="LiveId" clId="{5DB01EA1-AEC0-4459-B203-A7587169DCBA}" dt="2025-11-26T19:04:11.226" v="109" actId="478"/>
          <ac:picMkLst>
            <pc:docMk/>
            <pc:sldMk cId="2137354219" sldId="326"/>
            <ac:picMk id="9" creationId="{2F15F6A8-89D4-4F17-CD2D-EB0BE035E7F8}"/>
          </ac:picMkLst>
        </pc:picChg>
        <pc:picChg chg="add mod">
          <ac:chgData name="Anne Sophia Huitema" userId="1a040831fc7e8278" providerId="LiveId" clId="{5DB01EA1-AEC0-4459-B203-A7587169DCBA}" dt="2025-11-26T19:05:47.814" v="120" actId="1076"/>
          <ac:picMkLst>
            <pc:docMk/>
            <pc:sldMk cId="2137354219" sldId="326"/>
            <ac:picMk id="10" creationId="{F23479C2-5EF3-FA7C-836A-43A9DE0A40F5}"/>
          </ac:picMkLst>
        </pc:picChg>
        <pc:picChg chg="del">
          <ac:chgData name="Anne Sophia Huitema" userId="1a040831fc7e8278" providerId="LiveId" clId="{5DB01EA1-AEC0-4459-B203-A7587169DCBA}" dt="2025-11-26T19:04:35.294" v="115" actId="478"/>
          <ac:picMkLst>
            <pc:docMk/>
            <pc:sldMk cId="2137354219" sldId="326"/>
            <ac:picMk id="15" creationId="{137B6D27-2C73-6A40-E3A1-0D7C9F70AC07}"/>
          </ac:picMkLst>
        </pc:picChg>
      </pc:sldChg>
      <pc:sldChg chg="addSp delSp modSp add mod">
        <pc:chgData name="Anne Sophia Huitema" userId="1a040831fc7e8278" providerId="LiveId" clId="{5DB01EA1-AEC0-4459-B203-A7587169DCBA}" dt="2025-11-26T19:09:35.395" v="150" actId="1076"/>
        <pc:sldMkLst>
          <pc:docMk/>
          <pc:sldMk cId="1733250237" sldId="327"/>
        </pc:sldMkLst>
        <pc:spChg chg="mod">
          <ac:chgData name="Anne Sophia Huitema" userId="1a040831fc7e8278" providerId="LiveId" clId="{5DB01EA1-AEC0-4459-B203-A7587169DCBA}" dt="2025-11-26T19:08:05.739" v="137" actId="14100"/>
          <ac:spMkLst>
            <pc:docMk/>
            <pc:sldMk cId="1733250237" sldId="327"/>
            <ac:spMk id="17" creationId="{C54E0071-7D68-ED25-66F8-B34FD594A6E0}"/>
          </ac:spMkLst>
        </pc:spChg>
        <pc:picChg chg="add mod">
          <ac:chgData name="Anne Sophia Huitema" userId="1a040831fc7e8278" providerId="LiveId" clId="{5DB01EA1-AEC0-4459-B203-A7587169DCBA}" dt="2025-11-26T19:09:16.637" v="142" actId="1076"/>
          <ac:picMkLst>
            <pc:docMk/>
            <pc:sldMk cId="1733250237" sldId="327"/>
            <ac:picMk id="3" creationId="{8B90C96D-D0FB-B8BC-7264-7E75C7BD62ED}"/>
          </ac:picMkLst>
        </pc:picChg>
        <pc:picChg chg="del">
          <ac:chgData name="Anne Sophia Huitema" userId="1a040831fc7e8278" providerId="LiveId" clId="{5DB01EA1-AEC0-4459-B203-A7587169DCBA}" dt="2025-11-26T19:07:13.974" v="129" actId="478"/>
          <ac:picMkLst>
            <pc:docMk/>
            <pc:sldMk cId="1733250237" sldId="327"/>
            <ac:picMk id="5" creationId="{F902DDC0-F7A2-0DAB-CFE5-0F068C715CD8}"/>
          </ac:picMkLst>
        </pc:picChg>
        <pc:picChg chg="del">
          <ac:chgData name="Anne Sophia Huitema" userId="1a040831fc7e8278" providerId="LiveId" clId="{5DB01EA1-AEC0-4459-B203-A7587169DCBA}" dt="2025-11-26T19:07:15.272" v="130" actId="478"/>
          <ac:picMkLst>
            <pc:docMk/>
            <pc:sldMk cId="1733250237" sldId="327"/>
            <ac:picMk id="7" creationId="{F9423D19-9691-C2AA-A903-4B7D37B6B0AF}"/>
          </ac:picMkLst>
        </pc:picChg>
        <pc:picChg chg="add mod">
          <ac:chgData name="Anne Sophia Huitema" userId="1a040831fc7e8278" providerId="LiveId" clId="{5DB01EA1-AEC0-4459-B203-A7587169DCBA}" dt="2025-11-26T19:09:35.395" v="150" actId="1076"/>
          <ac:picMkLst>
            <pc:docMk/>
            <pc:sldMk cId="1733250237" sldId="327"/>
            <ac:picMk id="8" creationId="{02051C95-781F-26E4-1798-973B2808D1F5}"/>
          </ac:picMkLst>
        </pc:picChg>
        <pc:picChg chg="del">
          <ac:chgData name="Anne Sophia Huitema" userId="1a040831fc7e8278" providerId="LiveId" clId="{5DB01EA1-AEC0-4459-B203-A7587169DCBA}" dt="2025-11-26T19:07:16.559" v="131" actId="478"/>
          <ac:picMkLst>
            <pc:docMk/>
            <pc:sldMk cId="1733250237" sldId="327"/>
            <ac:picMk id="10" creationId="{16BDC9DA-7BF8-440D-58D0-087C0F51FF3C}"/>
          </ac:picMkLst>
        </pc:picChg>
      </pc:sldChg>
      <pc:sldChg chg="addSp delSp modSp new mod">
        <pc:chgData name="Anne Sophia Huitema" userId="1a040831fc7e8278" providerId="LiveId" clId="{5DB01EA1-AEC0-4459-B203-A7587169DCBA}" dt="2025-11-26T21:05:27.487" v="945" actId="20577"/>
        <pc:sldMkLst>
          <pc:docMk/>
          <pc:sldMk cId="2886343337" sldId="328"/>
        </pc:sldMkLst>
        <pc:spChg chg="del">
          <ac:chgData name="Anne Sophia Huitema" userId="1a040831fc7e8278" providerId="LiveId" clId="{5DB01EA1-AEC0-4459-B203-A7587169DCBA}" dt="2025-11-26T20:09:03.902" v="375" actId="478"/>
          <ac:spMkLst>
            <pc:docMk/>
            <pc:sldMk cId="2886343337" sldId="328"/>
            <ac:spMk id="2" creationId="{645EFD68-C866-0CDF-FE39-666AFC620825}"/>
          </ac:spMkLst>
        </pc:spChg>
        <pc:spChg chg="del">
          <ac:chgData name="Anne Sophia Huitema" userId="1a040831fc7e8278" providerId="LiveId" clId="{5DB01EA1-AEC0-4459-B203-A7587169DCBA}" dt="2025-11-26T20:07:49.480" v="372" actId="22"/>
          <ac:spMkLst>
            <pc:docMk/>
            <pc:sldMk cId="2886343337" sldId="328"/>
            <ac:spMk id="3" creationId="{203A80CC-61EF-D76F-E9EE-25A417A421E3}"/>
          </ac:spMkLst>
        </pc:spChg>
        <pc:spChg chg="mod">
          <ac:chgData name="Anne Sophia Huitema" userId="1a040831fc7e8278" providerId="LiveId" clId="{5DB01EA1-AEC0-4459-B203-A7587169DCBA}" dt="2025-11-26T21:05:27.487" v="945" actId="20577"/>
          <ac:spMkLst>
            <pc:docMk/>
            <pc:sldMk cId="2886343337" sldId="328"/>
            <ac:spMk id="4" creationId="{341D280C-0F87-8EFB-707F-DF04F53B1C75}"/>
          </ac:spMkLst>
        </pc:spChg>
        <pc:picChg chg="add mod">
          <ac:chgData name="Anne Sophia Huitema" userId="1a040831fc7e8278" providerId="LiveId" clId="{5DB01EA1-AEC0-4459-B203-A7587169DCBA}" dt="2025-11-26T20:09:59.568" v="487" actId="1076"/>
          <ac:picMkLst>
            <pc:docMk/>
            <pc:sldMk cId="2886343337" sldId="328"/>
            <ac:picMk id="5" creationId="{29996FBC-1868-C0CE-BAFC-C9CA1F3B1622}"/>
          </ac:picMkLst>
        </pc:picChg>
        <pc:picChg chg="add mod ord">
          <ac:chgData name="Anne Sophia Huitema" userId="1a040831fc7e8278" providerId="LiveId" clId="{5DB01EA1-AEC0-4459-B203-A7587169DCBA}" dt="2025-11-26T20:09:57.516" v="486" actId="1076"/>
          <ac:picMkLst>
            <pc:docMk/>
            <pc:sldMk cId="2886343337" sldId="328"/>
            <ac:picMk id="7" creationId="{D9CD8033-DB9A-3219-DFA3-FF5E9AE5E95E}"/>
          </ac:picMkLst>
        </pc:picChg>
      </pc:sldChg>
      <pc:sldChg chg="addSp delSp modSp add mod ord">
        <pc:chgData name="Anne Sophia Huitema" userId="1a040831fc7e8278" providerId="LiveId" clId="{5DB01EA1-AEC0-4459-B203-A7587169DCBA}" dt="2025-11-26T20:24:21.787" v="562" actId="1076"/>
        <pc:sldMkLst>
          <pc:docMk/>
          <pc:sldMk cId="1422180717" sldId="329"/>
        </pc:sldMkLst>
        <pc:spChg chg="add del mod">
          <ac:chgData name="Anne Sophia Huitema" userId="1a040831fc7e8278" providerId="LiveId" clId="{5DB01EA1-AEC0-4459-B203-A7587169DCBA}" dt="2025-11-26T20:11:55.608" v="496" actId="478"/>
          <ac:spMkLst>
            <pc:docMk/>
            <pc:sldMk cId="1422180717" sldId="329"/>
            <ac:spMk id="3" creationId="{C34A3B9A-83BF-6B2C-1DA9-F915FA530E61}"/>
          </ac:spMkLst>
        </pc:spChg>
        <pc:spChg chg="del mod">
          <ac:chgData name="Anne Sophia Huitema" userId="1a040831fc7e8278" providerId="LiveId" clId="{5DB01EA1-AEC0-4459-B203-A7587169DCBA}" dt="2025-11-26T20:11:51.854" v="493" actId="478"/>
          <ac:spMkLst>
            <pc:docMk/>
            <pc:sldMk cId="1422180717" sldId="329"/>
            <ac:spMk id="4" creationId="{1FD0AF25-F126-F8F0-8176-2DCCAE949478}"/>
          </ac:spMkLst>
        </pc:spChg>
        <pc:spChg chg="add del mod">
          <ac:chgData name="Anne Sophia Huitema" userId="1a040831fc7e8278" providerId="LiveId" clId="{5DB01EA1-AEC0-4459-B203-A7587169DCBA}" dt="2025-11-26T20:11:56.995" v="497" actId="478"/>
          <ac:spMkLst>
            <pc:docMk/>
            <pc:sldMk cId="1422180717" sldId="329"/>
            <ac:spMk id="8" creationId="{6BE737D7-B495-27EB-571D-20181F9CEA25}"/>
          </ac:spMkLst>
        </pc:spChg>
        <pc:picChg chg="del">
          <ac:chgData name="Anne Sophia Huitema" userId="1a040831fc7e8278" providerId="LiveId" clId="{5DB01EA1-AEC0-4459-B203-A7587169DCBA}" dt="2025-11-26T20:11:53.720" v="495" actId="478"/>
          <ac:picMkLst>
            <pc:docMk/>
            <pc:sldMk cId="1422180717" sldId="329"/>
            <ac:picMk id="5" creationId="{4592150B-F92E-B3B6-FA3F-62649388D60D}"/>
          </ac:picMkLst>
        </pc:picChg>
        <pc:picChg chg="del">
          <ac:chgData name="Anne Sophia Huitema" userId="1a040831fc7e8278" providerId="LiveId" clId="{5DB01EA1-AEC0-4459-B203-A7587169DCBA}" dt="2025-11-26T20:11:52.680" v="494" actId="478"/>
          <ac:picMkLst>
            <pc:docMk/>
            <pc:sldMk cId="1422180717" sldId="329"/>
            <ac:picMk id="7" creationId="{60BB7061-6952-199B-A2F6-177DE5E2D25E}"/>
          </ac:picMkLst>
        </pc:picChg>
        <pc:picChg chg="add mod">
          <ac:chgData name="Anne Sophia Huitema" userId="1a040831fc7e8278" providerId="LiveId" clId="{5DB01EA1-AEC0-4459-B203-A7587169DCBA}" dt="2025-11-26T20:18:53.318" v="527" actId="14100"/>
          <ac:picMkLst>
            <pc:docMk/>
            <pc:sldMk cId="1422180717" sldId="329"/>
            <ac:picMk id="10" creationId="{123D922D-03B3-10CA-919D-6FC1442A8FAB}"/>
          </ac:picMkLst>
        </pc:picChg>
        <pc:picChg chg="add mod">
          <ac:chgData name="Anne Sophia Huitema" userId="1a040831fc7e8278" providerId="LiveId" clId="{5DB01EA1-AEC0-4459-B203-A7587169DCBA}" dt="2025-11-26T20:18:55.985" v="528" actId="14100"/>
          <ac:picMkLst>
            <pc:docMk/>
            <pc:sldMk cId="1422180717" sldId="329"/>
            <ac:picMk id="12" creationId="{13E13B00-A1CB-43FF-E854-D8015E22F73E}"/>
          </ac:picMkLst>
        </pc:picChg>
        <pc:picChg chg="add mod">
          <ac:chgData name="Anne Sophia Huitema" userId="1a040831fc7e8278" providerId="LiveId" clId="{5DB01EA1-AEC0-4459-B203-A7587169DCBA}" dt="2025-11-26T20:18:58.870" v="529" actId="14100"/>
          <ac:picMkLst>
            <pc:docMk/>
            <pc:sldMk cId="1422180717" sldId="329"/>
            <ac:picMk id="14" creationId="{7A19ADD3-A2F6-73C3-F424-42777806254E}"/>
          </ac:picMkLst>
        </pc:picChg>
        <pc:picChg chg="add mod">
          <ac:chgData name="Anne Sophia Huitema" userId="1a040831fc7e8278" providerId="LiveId" clId="{5DB01EA1-AEC0-4459-B203-A7587169DCBA}" dt="2025-11-26T20:19:08.863" v="532" actId="1076"/>
          <ac:picMkLst>
            <pc:docMk/>
            <pc:sldMk cId="1422180717" sldId="329"/>
            <ac:picMk id="16" creationId="{1D06E321-A1BA-3B33-FFD7-E726D466FF4F}"/>
          </ac:picMkLst>
        </pc:picChg>
        <pc:picChg chg="add mod">
          <ac:chgData name="Anne Sophia Huitema" userId="1a040831fc7e8278" providerId="LiveId" clId="{5DB01EA1-AEC0-4459-B203-A7587169DCBA}" dt="2025-11-26T20:23:41.611" v="557" actId="1076"/>
          <ac:picMkLst>
            <pc:docMk/>
            <pc:sldMk cId="1422180717" sldId="329"/>
            <ac:picMk id="18" creationId="{F50A42DB-DD12-22A4-D77E-478DD5616E61}"/>
          </ac:picMkLst>
        </pc:picChg>
        <pc:picChg chg="add mod">
          <ac:chgData name="Anne Sophia Huitema" userId="1a040831fc7e8278" providerId="LiveId" clId="{5DB01EA1-AEC0-4459-B203-A7587169DCBA}" dt="2025-11-26T20:23:45.978" v="558" actId="1076"/>
          <ac:picMkLst>
            <pc:docMk/>
            <pc:sldMk cId="1422180717" sldId="329"/>
            <ac:picMk id="20" creationId="{D2533BCB-AE2B-BCDA-D6C9-E943D2B3E201}"/>
          </ac:picMkLst>
        </pc:picChg>
        <pc:picChg chg="add mod">
          <ac:chgData name="Anne Sophia Huitema" userId="1a040831fc7e8278" providerId="LiveId" clId="{5DB01EA1-AEC0-4459-B203-A7587169DCBA}" dt="2025-11-26T20:23:52.802" v="559" actId="1076"/>
          <ac:picMkLst>
            <pc:docMk/>
            <pc:sldMk cId="1422180717" sldId="329"/>
            <ac:picMk id="22" creationId="{EC84E6BF-D0D2-9575-CF60-D29600682D6B}"/>
          </ac:picMkLst>
        </pc:picChg>
        <pc:picChg chg="add mod">
          <ac:chgData name="Anne Sophia Huitema" userId="1a040831fc7e8278" providerId="LiveId" clId="{5DB01EA1-AEC0-4459-B203-A7587169DCBA}" dt="2025-11-26T20:23:58.773" v="560" actId="1076"/>
          <ac:picMkLst>
            <pc:docMk/>
            <pc:sldMk cId="1422180717" sldId="329"/>
            <ac:picMk id="24" creationId="{3368D57E-54FB-BAC0-56EC-3576E0950CE3}"/>
          </ac:picMkLst>
        </pc:picChg>
        <pc:picChg chg="add mod">
          <ac:chgData name="Anne Sophia Huitema" userId="1a040831fc7e8278" providerId="LiveId" clId="{5DB01EA1-AEC0-4459-B203-A7587169DCBA}" dt="2025-11-26T20:24:21.787" v="562" actId="1076"/>
          <ac:picMkLst>
            <pc:docMk/>
            <pc:sldMk cId="1422180717" sldId="329"/>
            <ac:picMk id="26" creationId="{0C59590E-5BAC-1BE6-D71D-2A90E96D42A3}"/>
          </ac:picMkLst>
        </pc:picChg>
      </pc:sldChg>
      <pc:sldChg chg="add del">
        <pc:chgData name="Anne Sophia Huitema" userId="1a040831fc7e8278" providerId="LiveId" clId="{5DB01EA1-AEC0-4459-B203-A7587169DCBA}" dt="2025-11-26T21:04:57.964" v="885" actId="47"/>
        <pc:sldMkLst>
          <pc:docMk/>
          <pc:sldMk cId="990017964" sldId="330"/>
        </pc:sldMkLst>
      </pc:sldChg>
      <pc:sldChg chg="delSp add del mod ord">
        <pc:chgData name="Anne Sophia Huitema" userId="1a040831fc7e8278" providerId="LiveId" clId="{5DB01EA1-AEC0-4459-B203-A7587169DCBA}" dt="2025-11-26T20:50:05.274" v="632" actId="47"/>
        <pc:sldMkLst>
          <pc:docMk/>
          <pc:sldMk cId="1177556104" sldId="331"/>
        </pc:sldMkLst>
        <pc:picChg chg="del">
          <ac:chgData name="Anne Sophia Huitema" userId="1a040831fc7e8278" providerId="LiveId" clId="{5DB01EA1-AEC0-4459-B203-A7587169DCBA}" dt="2025-11-26T20:48:49.426" v="566" actId="478"/>
          <ac:picMkLst>
            <pc:docMk/>
            <pc:sldMk cId="1177556104" sldId="331"/>
            <ac:picMk id="6" creationId="{D0C7D8E5-54D6-AED2-9BC8-9315663A8129}"/>
          </ac:picMkLst>
        </pc:picChg>
      </pc:sldChg>
      <pc:sldChg chg="addSp delSp modSp add mod">
        <pc:chgData name="Anne Sophia Huitema" userId="1a040831fc7e8278" providerId="LiveId" clId="{5DB01EA1-AEC0-4459-B203-A7587169DCBA}" dt="2025-11-26T20:49:56.648" v="631" actId="20577"/>
        <pc:sldMkLst>
          <pc:docMk/>
          <pc:sldMk cId="107132341" sldId="332"/>
        </pc:sldMkLst>
        <pc:spChg chg="mod">
          <ac:chgData name="Anne Sophia Huitema" userId="1a040831fc7e8278" providerId="LiveId" clId="{5DB01EA1-AEC0-4459-B203-A7587169DCBA}" dt="2025-11-26T20:49:38.823" v="627" actId="20577"/>
          <ac:spMkLst>
            <pc:docMk/>
            <pc:sldMk cId="107132341" sldId="332"/>
            <ac:spMk id="11" creationId="{8B4711CF-A1F9-162E-C2D4-1754FE819737}"/>
          </ac:spMkLst>
        </pc:spChg>
        <pc:spChg chg="mod">
          <ac:chgData name="Anne Sophia Huitema" userId="1a040831fc7e8278" providerId="LiveId" clId="{5DB01EA1-AEC0-4459-B203-A7587169DCBA}" dt="2025-11-26T20:49:56.648" v="631" actId="20577"/>
          <ac:spMkLst>
            <pc:docMk/>
            <pc:sldMk cId="107132341" sldId="332"/>
            <ac:spMk id="13" creationId="{E706FB61-903E-FBBC-B815-9B861AB1B789}"/>
          </ac:spMkLst>
        </pc:spChg>
        <pc:picChg chg="add mod ord">
          <ac:chgData name="Anne Sophia Huitema" userId="1a040831fc7e8278" providerId="LiveId" clId="{5DB01EA1-AEC0-4459-B203-A7587169DCBA}" dt="2025-11-26T20:49:23.705" v="570" actId="26606"/>
          <ac:picMkLst>
            <pc:docMk/>
            <pc:sldMk cId="107132341" sldId="332"/>
            <ac:picMk id="3" creationId="{DE7529A0-A85F-28B0-55D8-E50A6254358D}"/>
          </ac:picMkLst>
        </pc:picChg>
        <pc:picChg chg="del">
          <ac:chgData name="Anne Sophia Huitema" userId="1a040831fc7e8278" providerId="LiveId" clId="{5DB01EA1-AEC0-4459-B203-A7587169DCBA}" dt="2025-11-26T20:48:56.892" v="568" actId="478"/>
          <ac:picMkLst>
            <pc:docMk/>
            <pc:sldMk cId="107132341" sldId="332"/>
            <ac:picMk id="6" creationId="{D59F88EA-A64D-5F87-B0C1-CF9F5348D1EB}"/>
          </ac:picMkLst>
        </pc:picChg>
      </pc:sldChg>
      <pc:sldChg chg="addSp delSp modSp new mod">
        <pc:chgData name="Anne Sophia Huitema" userId="1a040831fc7e8278" providerId="LiveId" clId="{5DB01EA1-AEC0-4459-B203-A7587169DCBA}" dt="2025-11-26T20:57:53.706" v="778" actId="1076"/>
        <pc:sldMkLst>
          <pc:docMk/>
          <pc:sldMk cId="1693954957" sldId="333"/>
        </pc:sldMkLst>
        <pc:spChg chg="del">
          <ac:chgData name="Anne Sophia Huitema" userId="1a040831fc7e8278" providerId="LiveId" clId="{5DB01EA1-AEC0-4459-B203-A7587169DCBA}" dt="2025-11-26T20:52:53.694" v="641" actId="478"/>
          <ac:spMkLst>
            <pc:docMk/>
            <pc:sldMk cId="1693954957" sldId="333"/>
            <ac:spMk id="2" creationId="{F8DE35A3-3F43-D62E-B46C-199627908A2C}"/>
          </ac:spMkLst>
        </pc:spChg>
        <pc:spChg chg="del">
          <ac:chgData name="Anne Sophia Huitema" userId="1a040831fc7e8278" providerId="LiveId" clId="{5DB01EA1-AEC0-4459-B203-A7587169DCBA}" dt="2025-11-26T20:52:56.654" v="643" actId="478"/>
          <ac:spMkLst>
            <pc:docMk/>
            <pc:sldMk cId="1693954957" sldId="333"/>
            <ac:spMk id="3" creationId="{D9F4A3EC-1D0B-8317-4EF0-82E06B22997D}"/>
          </ac:spMkLst>
        </pc:spChg>
        <pc:spChg chg="del">
          <ac:chgData name="Anne Sophia Huitema" userId="1a040831fc7e8278" providerId="LiveId" clId="{5DB01EA1-AEC0-4459-B203-A7587169DCBA}" dt="2025-11-26T20:52:55.155" v="642" actId="478"/>
          <ac:spMkLst>
            <pc:docMk/>
            <pc:sldMk cId="1693954957" sldId="333"/>
            <ac:spMk id="4" creationId="{4B57186D-3F11-2BF1-01D3-931BCBAFEB62}"/>
          </ac:spMkLst>
        </pc:spChg>
        <pc:spChg chg="add mod">
          <ac:chgData name="Anne Sophia Huitema" userId="1a040831fc7e8278" providerId="LiveId" clId="{5DB01EA1-AEC0-4459-B203-A7587169DCBA}" dt="2025-11-26T20:57:53.706" v="778" actId="1076"/>
          <ac:spMkLst>
            <pc:docMk/>
            <pc:sldMk cId="1693954957" sldId="333"/>
            <ac:spMk id="15" creationId="{9EC86796-1921-FF6A-70C6-1CB52F3551B5}"/>
          </ac:spMkLst>
        </pc:spChg>
        <pc:picChg chg="add mod">
          <ac:chgData name="Anne Sophia Huitema" userId="1a040831fc7e8278" providerId="LiveId" clId="{5DB01EA1-AEC0-4459-B203-A7587169DCBA}" dt="2025-11-26T20:56:09.103" v="670" actId="1076"/>
          <ac:picMkLst>
            <pc:docMk/>
            <pc:sldMk cId="1693954957" sldId="333"/>
            <ac:picMk id="6" creationId="{1D7D9AC8-8C28-17B4-54B3-B787279C93D4}"/>
          </ac:picMkLst>
        </pc:picChg>
        <pc:picChg chg="add mod">
          <ac:chgData name="Anne Sophia Huitema" userId="1a040831fc7e8278" providerId="LiveId" clId="{5DB01EA1-AEC0-4459-B203-A7587169DCBA}" dt="2025-11-26T20:56:04.865" v="668" actId="1076"/>
          <ac:picMkLst>
            <pc:docMk/>
            <pc:sldMk cId="1693954957" sldId="333"/>
            <ac:picMk id="8" creationId="{9A76D199-80F7-1939-35C9-8577440FEC47}"/>
          </ac:picMkLst>
        </pc:picChg>
        <pc:picChg chg="add mod">
          <ac:chgData name="Anne Sophia Huitema" userId="1a040831fc7e8278" providerId="LiveId" clId="{5DB01EA1-AEC0-4459-B203-A7587169DCBA}" dt="2025-11-26T20:56:06.662" v="669" actId="1076"/>
          <ac:picMkLst>
            <pc:docMk/>
            <pc:sldMk cId="1693954957" sldId="333"/>
            <ac:picMk id="10" creationId="{46D804DE-D944-1D92-F15D-EA42E58BB312}"/>
          </ac:picMkLst>
        </pc:picChg>
        <pc:picChg chg="add mod">
          <ac:chgData name="Anne Sophia Huitema" userId="1a040831fc7e8278" providerId="LiveId" clId="{5DB01EA1-AEC0-4459-B203-A7587169DCBA}" dt="2025-11-26T20:56:37.160" v="672" actId="1076"/>
          <ac:picMkLst>
            <pc:docMk/>
            <pc:sldMk cId="1693954957" sldId="333"/>
            <ac:picMk id="12" creationId="{FBB333A0-D533-F258-F050-FB20BAF73DAB}"/>
          </ac:picMkLst>
        </pc:picChg>
        <pc:picChg chg="add mod">
          <ac:chgData name="Anne Sophia Huitema" userId="1a040831fc7e8278" providerId="LiveId" clId="{5DB01EA1-AEC0-4459-B203-A7587169DCBA}" dt="2025-11-26T20:57:05.565" v="674" actId="1076"/>
          <ac:picMkLst>
            <pc:docMk/>
            <pc:sldMk cId="1693954957" sldId="333"/>
            <ac:picMk id="14" creationId="{EB765EFD-FFEB-A6F1-CAF5-BCB8EDF15509}"/>
          </ac:picMkLst>
        </pc:picChg>
      </pc:sldChg>
    </pc:docChg>
  </pc:docChgLst>
</pc:chgInfo>
</file>

<file path=ppt/comments/modernComment_143_477F066F.xml><?xml version="1.0" encoding="utf-8"?>
<p188:cmLst xmlns:a="http://schemas.openxmlformats.org/drawingml/2006/main" xmlns:r="http://schemas.openxmlformats.org/officeDocument/2006/relationships" xmlns:p188="http://schemas.microsoft.com/office/powerpoint/2018/8/main">
  <p188:cm id="{FE00D61F-C250-4024-8972-77118AE5BD0A}" authorId="{74D65E8C-F449-18D4-6C93-68B6565C4E0C}" created="2025-11-26T18:39:49.027">
    <ac:deMkLst xmlns:ac="http://schemas.microsoft.com/office/drawing/2013/main/command">
      <pc:docMk xmlns:pc="http://schemas.microsoft.com/office/powerpoint/2013/main/command"/>
      <pc:sldMk xmlns:pc="http://schemas.microsoft.com/office/powerpoint/2013/main/command" cId="1199507055" sldId="323"/>
      <ac:picMk id="8" creationId="{DC0CF4E9-B0A6-AEA2-9ACB-36B8DBDA2734}"/>
    </ac:deMkLst>
    <p188:txBody>
      <a:bodyPr/>
      <a:lstStyle/>
      <a:p>
        <a:r>
          <a:rPr lang="nl-NL"/>
          <a:t>20 round 1
</a:t>
        </a:r>
      </a:p>
    </p188:txBody>
  </p188:cm>
  <p188:cm id="{F4095ADD-9913-4B6F-B900-9EF063F3E1E9}" authorId="{74D65E8C-F449-18D4-6C93-68B6565C4E0C}" created="2025-11-26T18:40:38.330">
    <ac:deMkLst xmlns:ac="http://schemas.microsoft.com/office/drawing/2013/main/command">
      <pc:docMk xmlns:pc="http://schemas.microsoft.com/office/powerpoint/2013/main/command"/>
      <pc:sldMk xmlns:pc="http://schemas.microsoft.com/office/powerpoint/2013/main/command" cId="1199507055" sldId="323"/>
      <ac:picMk id="10" creationId="{634260FC-60E8-A09A-8E12-4DAE512C7133}"/>
    </ac:deMkLst>
    <p188:txBody>
      <a:bodyPr/>
      <a:lstStyle/>
      <a:p>
        <a:r>
          <a:rPr lang="nl-NL"/>
          <a:t>16, round 1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nl-NL" sz="1200"/>
            </a:lvl1pPr>
          </a:lstStyle>
          <a:p>
            <a:pPr rtl="0"/>
            <a:endParaRPr lang="nl-NL" dirty="0"/>
          </a:p>
        </p:txBody>
      </p:sp>
      <p:sp>
        <p:nvSpPr>
          <p:cNvPr id="3" name="Tijdelijke aanduiding voor datum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nl-NL" sz="1200"/>
            </a:lvl1pPr>
          </a:lstStyle>
          <a:p>
            <a:pPr rtl="0"/>
            <a:fld id="{667876E2-53B2-47AB-9EF3-C4DB94D1406A}" type="datetime1">
              <a:rPr lang="nl-NL" smtClean="0"/>
              <a:t>26-11-2025</a:t>
            </a:fld>
            <a:endParaRPr lang="nl-NL" dirty="0"/>
          </a:p>
        </p:txBody>
      </p:sp>
      <p:sp>
        <p:nvSpPr>
          <p:cNvPr id="4" name="Tijdelijke aanduiding voor voettekst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nl-NL" sz="1200"/>
            </a:lvl1pPr>
          </a:lstStyle>
          <a:p>
            <a:pPr rtl="0"/>
            <a:endParaRPr lang="nl-NL" dirty="0"/>
          </a:p>
        </p:txBody>
      </p:sp>
      <p:sp>
        <p:nvSpPr>
          <p:cNvPr id="5" name="Tijdelijke aanduiding voor dianumm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nl-NL" sz="1200"/>
            </a:lvl1pPr>
          </a:lstStyle>
          <a:p>
            <a:pPr rtl="0"/>
            <a:fld id="{00AC623C-86E0-4A85-83FB-F4A716956FD4}" type="slidenum">
              <a:rPr lang="nl-NL" smtClean="0"/>
              <a:t>‹nr.›</a:t>
            </a:fld>
            <a:endParaRPr lang="nl-NL"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nl-NL" sz="1200"/>
            </a:lvl1pPr>
          </a:lstStyle>
          <a:p>
            <a:pPr rtl="0"/>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nl-NL" sz="1200"/>
            </a:lvl1pPr>
          </a:lstStyle>
          <a:p>
            <a:pPr rtl="0"/>
            <a:fld id="{00CFC0D7-0442-41B3-88E0-98B3647DE5E5}" type="datetime1">
              <a:rPr lang="nl-NL" smtClean="0"/>
              <a:t>26-11-2025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nl-NL"/>
            </a:defPPr>
          </a:lstStyle>
          <a:p>
            <a:pPr rtl="0"/>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nl-NL"/>
            </a:defPPr>
          </a:lstStyle>
          <a:p>
            <a:pPr lvl="0" rtl="0"/>
            <a:r>
              <a:rPr lang="nl-NL"/>
              <a:t>Klik om de tekststijlen van het model te bewerken</a:t>
            </a:r>
          </a:p>
          <a:p>
            <a:pPr lvl="1" rtl="0"/>
            <a:r>
              <a:rPr lang="nl-NL"/>
              <a:t>Tweede niveau</a:t>
            </a:r>
          </a:p>
          <a:p>
            <a:pPr lvl="2" rtl="0"/>
            <a:r>
              <a:rPr lang="nl-NL"/>
              <a:t>Derde niveau</a:t>
            </a:r>
          </a:p>
          <a:p>
            <a:pPr lvl="3" rtl="0"/>
            <a:r>
              <a:rPr lang="nl-NL"/>
              <a:t>Vierde niveau</a:t>
            </a:r>
          </a:p>
          <a:p>
            <a:pPr lvl="4" rtl="0"/>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nl-NL" sz="1200"/>
            </a:lvl1pPr>
          </a:lstStyle>
          <a:p>
            <a:pPr rtl="0"/>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nl-NL" sz="1200"/>
            </a:lvl1pPr>
          </a:lstStyle>
          <a:p>
            <a:pPr rtl="0"/>
            <a:fld id="{C37D7554-D10C-4E29-B8E6-BB7111FA614F}" type="slidenum">
              <a:rPr lang="nl-NL" smtClean="0"/>
              <a:t>‹nr.›</a:t>
            </a:fld>
            <a:endParaRPr lang="nl-NL"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nl-NL" sz="1200" kern="1200">
        <a:solidFill>
          <a:schemeClr val="tx1"/>
        </a:solidFill>
        <a:latin typeface="+mn-lt"/>
        <a:ea typeface="+mn-ea"/>
        <a:cs typeface="+mn-cs"/>
      </a:defRPr>
    </a:lvl1pPr>
    <a:lvl2pPr marL="457200" algn="l" defTabSz="914400" rtl="0" eaLnBrk="1" latinLnBrk="0" hangingPunct="1">
      <a:defRPr lang="nl-NL" sz="1200" kern="1200">
        <a:solidFill>
          <a:schemeClr val="tx1"/>
        </a:solidFill>
        <a:latin typeface="+mn-lt"/>
        <a:ea typeface="+mn-ea"/>
        <a:cs typeface="+mn-cs"/>
      </a:defRPr>
    </a:lvl2pPr>
    <a:lvl3pPr marL="914400" algn="l" defTabSz="914400" rtl="0" eaLnBrk="1" latinLnBrk="0" hangingPunct="1">
      <a:defRPr lang="nl-NL" sz="1200" kern="1200">
        <a:solidFill>
          <a:schemeClr val="tx1"/>
        </a:solidFill>
        <a:latin typeface="+mn-lt"/>
        <a:ea typeface="+mn-ea"/>
        <a:cs typeface="+mn-cs"/>
      </a:defRPr>
    </a:lvl3pPr>
    <a:lvl4pPr marL="1371600" algn="l" defTabSz="914400" rtl="0" eaLnBrk="1" latinLnBrk="0" hangingPunct="1">
      <a:defRPr lang="nl-NL" sz="1200" kern="1200">
        <a:solidFill>
          <a:schemeClr val="tx1"/>
        </a:solidFill>
        <a:latin typeface="+mn-lt"/>
        <a:ea typeface="+mn-ea"/>
        <a:cs typeface="+mn-cs"/>
      </a:defRPr>
    </a:lvl4pPr>
    <a:lvl5pPr marL="1828800" algn="l" defTabSz="914400" rtl="0" eaLnBrk="1" latinLnBrk="0" hangingPunct="1">
      <a:defRPr lang="nl-NL" sz="1200" kern="1200">
        <a:solidFill>
          <a:schemeClr val="tx1"/>
        </a:solidFill>
        <a:latin typeface="+mn-lt"/>
        <a:ea typeface="+mn-ea"/>
        <a:cs typeface="+mn-cs"/>
      </a:defRPr>
    </a:lvl5pPr>
    <a:lvl6pPr marL="2286000" algn="l" defTabSz="914400" rtl="0" eaLnBrk="1" latinLnBrk="0" hangingPunct="1">
      <a:defRPr lang="nl-NL" sz="1200" kern="1200">
        <a:solidFill>
          <a:schemeClr val="tx1"/>
        </a:solidFill>
        <a:latin typeface="+mn-lt"/>
        <a:ea typeface="+mn-ea"/>
        <a:cs typeface="+mn-cs"/>
      </a:defRPr>
    </a:lvl6pPr>
    <a:lvl7pPr marL="2743200" algn="l" defTabSz="914400" rtl="0" eaLnBrk="1" latinLnBrk="0" hangingPunct="1">
      <a:defRPr lang="nl-NL" sz="1200" kern="1200">
        <a:solidFill>
          <a:schemeClr val="tx1"/>
        </a:solidFill>
        <a:latin typeface="+mn-lt"/>
        <a:ea typeface="+mn-ea"/>
        <a:cs typeface="+mn-cs"/>
      </a:defRPr>
    </a:lvl7pPr>
    <a:lvl8pPr marL="3200400" algn="l" defTabSz="914400" rtl="0" eaLnBrk="1" latinLnBrk="0" hangingPunct="1">
      <a:defRPr lang="nl-NL" sz="1200" kern="1200">
        <a:solidFill>
          <a:schemeClr val="tx1"/>
        </a:solidFill>
        <a:latin typeface="+mn-lt"/>
        <a:ea typeface="+mn-ea"/>
        <a:cs typeface="+mn-cs"/>
      </a:defRPr>
    </a:lvl8pPr>
    <a:lvl9pPr marL="3657600" algn="l" defTabSz="914400" rtl="0" eaLnBrk="1" latinLnBrk="0" hangingPunct="1">
      <a:defRPr lang="nl-NL"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C37D7554-D10C-4E29-B8E6-BB7111FA614F}" type="slidenum">
              <a:rPr lang="nl-NL" smtClean="0"/>
              <a:t>1</a:t>
            </a:fld>
            <a:endParaRPr lang="nl-NL"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C37D7554-D10C-4E29-B8E6-BB7111FA614F}" type="slidenum">
              <a:rPr lang="nl-NL" smtClean="0"/>
              <a:t>2</a:t>
            </a:fld>
            <a:endParaRPr lang="nl-NL" dirty="0"/>
          </a:p>
        </p:txBody>
      </p:sp>
    </p:spTree>
    <p:extLst>
      <p:ext uri="{BB962C8B-B14F-4D97-AF65-F5344CB8AC3E}">
        <p14:creationId xmlns:p14="http://schemas.microsoft.com/office/powerpoint/2010/main" val="2423503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C37D7554-D10C-4E29-B8E6-BB7111FA614F}" type="slidenum">
              <a:rPr lang="nl-NL" smtClean="0"/>
              <a:t>3</a:t>
            </a:fld>
            <a:endParaRPr lang="nl-NL" dirty="0"/>
          </a:p>
        </p:txBody>
      </p:sp>
    </p:spTree>
    <p:extLst>
      <p:ext uri="{BB962C8B-B14F-4D97-AF65-F5344CB8AC3E}">
        <p14:creationId xmlns:p14="http://schemas.microsoft.com/office/powerpoint/2010/main" val="3728847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C37D7554-D10C-4E29-B8E6-BB7111FA614F}" type="slidenum">
              <a:rPr lang="nl-NL" smtClean="0"/>
              <a:t>8</a:t>
            </a:fld>
            <a:endParaRPr lang="nl-NL" dirty="0"/>
          </a:p>
        </p:txBody>
      </p:sp>
    </p:spTree>
    <p:extLst>
      <p:ext uri="{BB962C8B-B14F-4D97-AF65-F5344CB8AC3E}">
        <p14:creationId xmlns:p14="http://schemas.microsoft.com/office/powerpoint/2010/main" val="1280030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C37D7554-D10C-4E29-B8E6-BB7111FA614F}" type="slidenum">
              <a:rPr lang="nl-NL" smtClean="0"/>
              <a:t>9</a:t>
            </a:fld>
            <a:endParaRPr lang="nl-NL" dirty="0"/>
          </a:p>
        </p:txBody>
      </p:sp>
    </p:spTree>
    <p:extLst>
      <p:ext uri="{BB962C8B-B14F-4D97-AF65-F5344CB8AC3E}">
        <p14:creationId xmlns:p14="http://schemas.microsoft.com/office/powerpoint/2010/main" val="2640935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3" name="Rechte verbindingslijn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hthoek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8" name="Titel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nl-NL" sz="6000">
                <a:solidFill>
                  <a:schemeClr val="bg1"/>
                </a:solidFill>
              </a:defRPr>
            </a:lvl1pPr>
          </a:lstStyle>
          <a:p>
            <a:pPr rtl="0"/>
            <a:r>
              <a:rPr lang="nl-NL"/>
              <a:t>Klik om titel toe te voegen</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nl-NL" sz="3600"/>
            </a:lvl1pPr>
          </a:lstStyle>
          <a:p>
            <a:pPr rtl="0"/>
            <a:r>
              <a:rPr lang="nl-NL"/>
              <a:t>Klik om titel toe te voegen</a:t>
            </a:r>
          </a:p>
        </p:txBody>
      </p:sp>
      <p:sp>
        <p:nvSpPr>
          <p:cNvPr id="2" name="Tijdelijke aanduiding voor inhoud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nl-NL" sz="2000"/>
            </a:lvl1pPr>
            <a:lvl2pPr marL="685800" indent="-228600">
              <a:lnSpc>
                <a:spcPct val="100000"/>
              </a:lnSpc>
              <a:spcBef>
                <a:spcPts val="0"/>
              </a:spcBef>
              <a:spcAft>
                <a:spcPts val="1200"/>
              </a:spcAft>
              <a:buFont typeface="Arial" panose="020B0604020202020204" pitchFamily="34" charset="0"/>
              <a:buChar char="•"/>
              <a:defRPr lang="nl-NL" sz="2000"/>
            </a:lvl2pPr>
            <a:lvl3pPr marL="1143000" indent="-228600">
              <a:spcBef>
                <a:spcPts val="0"/>
              </a:spcBef>
              <a:spcAft>
                <a:spcPts val="1200"/>
              </a:spcAft>
              <a:buFont typeface="Arial" panose="020B0604020202020204" pitchFamily="34" charset="0"/>
              <a:buChar char="•"/>
              <a:defRPr lang="nl-NL" sz="2000"/>
            </a:lvl3pPr>
            <a:lvl4pPr marL="1600200" indent="-228600">
              <a:spcBef>
                <a:spcPts val="0"/>
              </a:spcBef>
              <a:spcAft>
                <a:spcPts val="1200"/>
              </a:spcAft>
              <a:buFont typeface="Arial" panose="020B0604020202020204" pitchFamily="34" charset="0"/>
              <a:buChar char="•"/>
              <a:defRPr lang="nl-NL" sz="2000"/>
            </a:lvl4pPr>
            <a:lvl5pPr marL="2057400" indent="-228600">
              <a:spcBef>
                <a:spcPts val="0"/>
              </a:spcBef>
              <a:spcAft>
                <a:spcPts val="1200"/>
              </a:spcAft>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cxnSp>
        <p:nvCxnSpPr>
          <p:cNvPr id="3" name="Rechte verbindingslijn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9" name="Tijdelijke aanduiding voor dianumm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afbeelding">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nl-NL" sz="3600"/>
            </a:lvl1pPr>
          </a:lstStyle>
          <a:p>
            <a:pPr rtl="0"/>
            <a:r>
              <a:rPr lang="nl-NL"/>
              <a:t>Klik om titel toe te voegen</a:t>
            </a:r>
          </a:p>
        </p:txBody>
      </p:sp>
      <p:sp>
        <p:nvSpPr>
          <p:cNvPr id="12" name="Tijdelijke aanduiding voor afbeelding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rtlCol="0">
            <a:normAutofit/>
          </a:bodyPr>
          <a:lstStyle>
            <a:lvl1pPr marL="0" indent="0" algn="ctr">
              <a:buNone/>
              <a:defRPr lang="nl-NL" sz="2000"/>
            </a:lvl1pPr>
          </a:lstStyle>
          <a:p>
            <a:pPr rtl="0"/>
            <a:r>
              <a:rPr lang="nl-NL"/>
              <a:t>Klik op het pictogram als u een afbeelding wilt toevoegen</a:t>
            </a:r>
          </a:p>
        </p:txBody>
      </p:sp>
      <p:sp>
        <p:nvSpPr>
          <p:cNvPr id="6" name="Rechthoek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7" name="Rechthoek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8" name="Rechte verbindingslijn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en ondertitel">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nl-NL" sz="3600"/>
            </a:lvl1pPr>
          </a:lstStyle>
          <a:p>
            <a:pPr rtl="0"/>
            <a:r>
              <a:rPr lang="nl-NL"/>
              <a:t>Klik om titel toe te voegen</a:t>
            </a:r>
          </a:p>
        </p:txBody>
      </p:sp>
      <p:sp>
        <p:nvSpPr>
          <p:cNvPr id="12" name="Tijdelijke aanduiding voor afbeelding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rtlCol="0">
            <a:normAutofit/>
          </a:bodyPr>
          <a:lstStyle>
            <a:lvl1pPr marL="0" indent="0" algn="ctr">
              <a:buNone/>
              <a:defRPr lang="nl-NL" sz="2000"/>
            </a:lvl1pPr>
          </a:lstStyle>
          <a:p>
            <a:pPr rtl="0"/>
            <a:r>
              <a:rPr lang="nl-NL"/>
              <a:t>Klik op het pictogram als u een afbeelding wilt toevoegen</a:t>
            </a:r>
          </a:p>
        </p:txBody>
      </p:sp>
      <p:sp>
        <p:nvSpPr>
          <p:cNvPr id="6" name="Rechthoek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7" name="Rechthoek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8" name="Rechte verbindingslijn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ijdelijke aanduiding voor tekst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nl-NL" sz="2000" spc="0" baseline="0">
                <a:solidFill>
                  <a:schemeClr val="tx1"/>
                </a:solidFill>
                <a:latin typeface="+mn-lt"/>
              </a:defRPr>
            </a:lvl1pPr>
          </a:lstStyle>
          <a:p>
            <a:pPr lvl="0" rtl="0"/>
            <a:r>
              <a:rPr lang="nl-NL"/>
              <a:t>Klik om subtitel toe te voegen</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inhoud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nl-NL" sz="3600"/>
            </a:lvl1pPr>
          </a:lstStyle>
          <a:p>
            <a:pPr rtl="0"/>
            <a:r>
              <a:rPr lang="nl-NL"/>
              <a:t>Klik om titel toe te voegen</a:t>
            </a:r>
          </a:p>
        </p:txBody>
      </p:sp>
      <p:sp>
        <p:nvSpPr>
          <p:cNvPr id="2" name="Tijdelijke aanduiding voor inhoud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nl-NL" sz="2000"/>
            </a:lvl1pPr>
            <a:lvl2pPr marL="685800" indent="-228600">
              <a:lnSpc>
                <a:spcPct val="100000"/>
              </a:lnSpc>
              <a:spcBef>
                <a:spcPts val="0"/>
              </a:spcBef>
              <a:spcAft>
                <a:spcPts val="1200"/>
              </a:spcAft>
              <a:buFont typeface="Arial" panose="020B0604020202020204" pitchFamily="34" charset="0"/>
              <a:buChar char="•"/>
              <a:defRPr lang="nl-NL" sz="2000"/>
            </a:lvl2pPr>
            <a:lvl3pPr marL="1143000" indent="-228600">
              <a:spcBef>
                <a:spcPts val="0"/>
              </a:spcBef>
              <a:spcAft>
                <a:spcPts val="1200"/>
              </a:spcAft>
              <a:buFont typeface="Arial" panose="020B0604020202020204" pitchFamily="34" charset="0"/>
              <a:buChar char="•"/>
              <a:defRPr lang="nl-NL" sz="2000"/>
            </a:lvl3pPr>
            <a:lvl4pPr marL="1600200" indent="-228600">
              <a:spcBef>
                <a:spcPts val="0"/>
              </a:spcBef>
              <a:spcAft>
                <a:spcPts val="1200"/>
              </a:spcAft>
              <a:buFont typeface="Arial" panose="020B0604020202020204" pitchFamily="34" charset="0"/>
              <a:buChar char="•"/>
              <a:defRPr lang="nl-NL" sz="2000"/>
            </a:lvl4pPr>
            <a:lvl5pPr marL="2057400" indent="-228600">
              <a:spcBef>
                <a:spcPts val="0"/>
              </a:spcBef>
              <a:spcAft>
                <a:spcPts val="1200"/>
              </a:spcAft>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cxnSp>
        <p:nvCxnSpPr>
          <p:cNvPr id="3" name="Rechte verbindingslijn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9" name="Tijdelijke aanduiding voor dianumm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etitel">
    <p:bg>
      <p:bgPr>
        <a:solidFill>
          <a:schemeClr val="accent6"/>
        </a:solidFill>
        <a:effectLst/>
      </p:bgPr>
    </p:bg>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nl-NL">
                <a:solidFill>
                  <a:schemeClr val="bg1"/>
                </a:solidFill>
              </a:defRPr>
            </a:lvl1pPr>
          </a:lstStyle>
          <a:p>
            <a:pPr rtl="0"/>
            <a:r>
              <a:rPr lang="nl-NL"/>
              <a:t>Klik om titel toe te voegen</a:t>
            </a:r>
          </a:p>
        </p:txBody>
      </p:sp>
      <p:sp>
        <p:nvSpPr>
          <p:cNvPr id="5" name="Rechthoek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6" name="Rechthoek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7" name="Rechthoek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9" name="Tijdelijke aanduiding voor tekst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nl-NL" sz="2000" spc="0" baseline="0">
                <a:solidFill>
                  <a:schemeClr val="bg1"/>
                </a:solidFill>
                <a:latin typeface="+mn-lt"/>
              </a:defRPr>
            </a:lvl1pPr>
          </a:lstStyle>
          <a:p>
            <a:pPr lvl="0" rtl="0"/>
            <a:r>
              <a:rPr lang="nl-NL"/>
              <a:t>Klik om subtitel toe te voegen</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en 2 inhoud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nl-NL" sz="3600"/>
            </a:lvl1pPr>
          </a:lstStyle>
          <a:p>
            <a:pPr rtl="0"/>
            <a:r>
              <a:rPr lang="nl-NL"/>
              <a:t>Klik om titel toe te voegen</a:t>
            </a:r>
          </a:p>
        </p:txBody>
      </p:sp>
      <p:sp>
        <p:nvSpPr>
          <p:cNvPr id="2" name="Tijdelijke aanduiding voor inhoud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nl-NL" sz="2000"/>
            </a:lvl1pPr>
            <a:lvl2pPr marL="228600" indent="-228600">
              <a:lnSpc>
                <a:spcPct val="100000"/>
              </a:lnSpc>
              <a:spcBef>
                <a:spcPts val="0"/>
              </a:spcBef>
              <a:spcAft>
                <a:spcPts val="1200"/>
              </a:spcAft>
              <a:buFont typeface="Arial" panose="020B0604020202020204" pitchFamily="34" charset="0"/>
              <a:buChar char="•"/>
              <a:defRPr lang="nl-NL" sz="2000"/>
            </a:lvl2pPr>
            <a:lvl3pPr marL="685800" indent="-228600">
              <a:spcBef>
                <a:spcPts val="1000"/>
              </a:spcBef>
              <a:spcAft>
                <a:spcPts val="1200"/>
              </a:spcAft>
              <a:buFont typeface="Arial" panose="020B0604020202020204" pitchFamily="34" charset="0"/>
              <a:buChar char="•"/>
              <a:defRPr lang="nl-NL" sz="2000"/>
            </a:lvl3pPr>
            <a:lvl4pPr marL="1143000" indent="-228600">
              <a:spcBef>
                <a:spcPts val="1000"/>
              </a:spcBef>
              <a:spcAft>
                <a:spcPts val="1200"/>
              </a:spcAft>
              <a:buFont typeface="Arial" panose="020B0604020202020204" pitchFamily="34" charset="0"/>
              <a:buChar char="•"/>
              <a:defRPr lang="nl-NL" sz="2000"/>
            </a:lvl4pPr>
            <a:lvl5pPr marL="1600200" indent="-228600">
              <a:spcBef>
                <a:spcPts val="1000"/>
              </a:spcBef>
              <a:spcAft>
                <a:spcPts val="1200"/>
              </a:spcAft>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2" name="Tijdelijke aanduiding voor inhoud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nl-NL" sz="2000"/>
            </a:lvl1pPr>
            <a:lvl2pPr marL="228600" indent="-228600">
              <a:lnSpc>
                <a:spcPct val="100000"/>
              </a:lnSpc>
              <a:spcBef>
                <a:spcPts val="1000"/>
              </a:spcBef>
              <a:spcAft>
                <a:spcPts val="1200"/>
              </a:spcAft>
              <a:buFont typeface="Arial" panose="020B0604020202020204" pitchFamily="34" charset="0"/>
              <a:buChar char="•"/>
              <a:defRPr lang="nl-NL" sz="2000"/>
            </a:lvl2pPr>
            <a:lvl3pPr marL="685800" indent="-228600">
              <a:spcBef>
                <a:spcPts val="1000"/>
              </a:spcBef>
              <a:spcAft>
                <a:spcPts val="1200"/>
              </a:spcAft>
              <a:buFont typeface="Arial" panose="020B0604020202020204" pitchFamily="34" charset="0"/>
              <a:buChar char="•"/>
              <a:defRPr lang="nl-NL" sz="2000"/>
            </a:lvl3pPr>
            <a:lvl4pPr marL="1143000" indent="-228600">
              <a:spcBef>
                <a:spcPts val="1000"/>
              </a:spcBef>
              <a:spcAft>
                <a:spcPts val="1200"/>
              </a:spcAft>
              <a:buFont typeface="Arial" panose="020B0604020202020204" pitchFamily="34" charset="0"/>
              <a:buChar char="•"/>
              <a:defRPr lang="nl-NL" sz="2000"/>
            </a:lvl4pPr>
            <a:lvl5pPr marL="1600200" indent="-228600">
              <a:spcBef>
                <a:spcPts val="1000"/>
              </a:spcBef>
              <a:spcAft>
                <a:spcPts val="1200"/>
              </a:spcAft>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5" name="Rechthoe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6" name="Rechte verbindingslijn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Tijdelijke aanduiding voor dianumm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en 2 inhoud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nl-NL" sz="3600"/>
            </a:lvl1pPr>
          </a:lstStyle>
          <a:p>
            <a:pPr rtl="0"/>
            <a:r>
              <a:rPr lang="nl-NL"/>
              <a:t>Klik om titel toe te voegen</a:t>
            </a:r>
          </a:p>
        </p:txBody>
      </p:sp>
      <p:sp>
        <p:nvSpPr>
          <p:cNvPr id="4" name="Tijdelijke aanduiding voor inhoud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nl-NL" sz="2000"/>
            </a:lvl1pPr>
            <a:lvl2pPr marL="457200" indent="-320040">
              <a:lnSpc>
                <a:spcPct val="100000"/>
              </a:lnSpc>
              <a:spcBef>
                <a:spcPts val="1000"/>
              </a:spcBef>
              <a:spcAft>
                <a:spcPts val="1200"/>
              </a:spcAft>
              <a:buFont typeface="+mj-lt"/>
              <a:buAutoNum type="alphaLcPeriod"/>
              <a:defRPr lang="nl-NL" sz="2000"/>
            </a:lvl2pPr>
            <a:lvl3pPr marL="914400" indent="-320040">
              <a:spcBef>
                <a:spcPts val="1000"/>
              </a:spcBef>
              <a:spcAft>
                <a:spcPts val="1200"/>
              </a:spcAft>
              <a:buFont typeface="+mj-lt"/>
              <a:buAutoNum type="arabicParenR"/>
              <a:defRPr lang="nl-NL" sz="2000"/>
            </a:lvl3pPr>
            <a:lvl4pPr marL="1371600" indent="-320040">
              <a:spcBef>
                <a:spcPts val="1000"/>
              </a:spcBef>
              <a:spcAft>
                <a:spcPts val="1200"/>
              </a:spcAft>
              <a:buFont typeface="+mj-lt"/>
              <a:buAutoNum type="alphaLcParenR"/>
              <a:defRPr lang="nl-NL" sz="2000"/>
            </a:lvl4pPr>
            <a:lvl5pPr marL="1828800" indent="-320040">
              <a:spcBef>
                <a:spcPts val="1000"/>
              </a:spcBef>
              <a:spcAft>
                <a:spcPts val="1200"/>
              </a:spcAft>
              <a:buFont typeface="+mj-lt"/>
              <a:buAutoNum type="romanLcPeriod"/>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2" name="Tijdelijke aanduiding voor inhoud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nl-NL" sz="2000"/>
            </a:lvl1pPr>
            <a:lvl2pPr marL="228600" indent="-228600">
              <a:lnSpc>
                <a:spcPct val="100000"/>
              </a:lnSpc>
              <a:spcBef>
                <a:spcPts val="1000"/>
              </a:spcBef>
              <a:spcAft>
                <a:spcPts val="1200"/>
              </a:spcAft>
              <a:buFont typeface="Arial" panose="020B0604020202020204" pitchFamily="34" charset="0"/>
              <a:buChar char="•"/>
              <a:defRPr lang="nl-NL" sz="2000"/>
            </a:lvl2pPr>
            <a:lvl3pPr marL="685800" indent="-228600">
              <a:spcBef>
                <a:spcPts val="1000"/>
              </a:spcBef>
              <a:spcAft>
                <a:spcPts val="1200"/>
              </a:spcAft>
              <a:buFont typeface="Arial" panose="020B0604020202020204" pitchFamily="34" charset="0"/>
              <a:buChar char="•"/>
              <a:defRPr lang="nl-NL" sz="2000"/>
            </a:lvl3pPr>
            <a:lvl4pPr marL="1143000" indent="-228600">
              <a:spcBef>
                <a:spcPts val="1000"/>
              </a:spcBef>
              <a:spcAft>
                <a:spcPts val="1200"/>
              </a:spcAft>
              <a:buFont typeface="Arial" panose="020B0604020202020204" pitchFamily="34" charset="0"/>
              <a:buChar char="•"/>
              <a:defRPr lang="nl-NL" sz="2000"/>
            </a:lvl4pPr>
            <a:lvl5pPr marL="1600200" indent="-228600">
              <a:spcBef>
                <a:spcPts val="1000"/>
              </a:spcBef>
              <a:spcAft>
                <a:spcPts val="1200"/>
              </a:spcAft>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5" name="Rechthoe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6" name="Rechte verbindingslijn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Tijdelijke aanduiding voor dianumm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afbeelding en inhou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nl-NL" sz="3600"/>
            </a:lvl1pPr>
          </a:lstStyle>
          <a:p>
            <a:pPr rtl="0"/>
            <a:r>
              <a:rPr lang="nl-NL"/>
              <a:t>Klik om titel toe te voegen</a:t>
            </a:r>
          </a:p>
        </p:txBody>
      </p:sp>
      <p:sp>
        <p:nvSpPr>
          <p:cNvPr id="8" name="Tijdelijke aanduiding voor afbeelding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rtlCol="0">
            <a:normAutofit/>
          </a:bodyPr>
          <a:lstStyle>
            <a:lvl1pPr marL="0" indent="0" algn="ctr">
              <a:buNone/>
              <a:defRPr lang="nl-NL" sz="2000"/>
            </a:lvl1pPr>
          </a:lstStyle>
          <a:p>
            <a:pPr rtl="0"/>
            <a:r>
              <a:rPr lang="nl-NL"/>
              <a:t>Klik op het pictogram als u een afbeelding wilt toevoegen</a:t>
            </a:r>
          </a:p>
        </p:txBody>
      </p:sp>
      <p:sp>
        <p:nvSpPr>
          <p:cNvPr id="12" name="Tijdelijke aanduiding voor inhoud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nl-NL" sz="2000"/>
            </a:lvl1pPr>
            <a:lvl2pPr marL="800100" indent="-342900">
              <a:lnSpc>
                <a:spcPct val="100000"/>
              </a:lnSpc>
              <a:spcBef>
                <a:spcPts val="1000"/>
              </a:spcBef>
              <a:spcAft>
                <a:spcPts val="1200"/>
              </a:spcAft>
              <a:buFont typeface="Arial" panose="020B0604020202020204" pitchFamily="34" charset="0"/>
              <a:buChar char="•"/>
              <a:defRPr lang="nl-NL" sz="2000"/>
            </a:lvl2pPr>
            <a:lvl3pPr marL="1257300" indent="-342900">
              <a:spcBef>
                <a:spcPts val="1000"/>
              </a:spcBef>
              <a:spcAft>
                <a:spcPts val="1200"/>
              </a:spcAft>
              <a:buFont typeface="Arial" panose="020B0604020202020204" pitchFamily="34" charset="0"/>
              <a:buChar char="•"/>
              <a:defRPr lang="nl-NL" sz="2000"/>
            </a:lvl3pPr>
            <a:lvl4pPr marL="1714500" indent="-342900">
              <a:spcBef>
                <a:spcPts val="1000"/>
              </a:spcBef>
              <a:spcAft>
                <a:spcPts val="1200"/>
              </a:spcAft>
              <a:buFont typeface="Arial" panose="020B0604020202020204" pitchFamily="34" charset="0"/>
              <a:buChar char="•"/>
              <a:defRPr lang="nl-NL" sz="2000"/>
            </a:lvl4pPr>
            <a:lvl5pPr marL="2171700" indent="-342900">
              <a:spcBef>
                <a:spcPts val="1000"/>
              </a:spcBef>
              <a:spcAft>
                <a:spcPts val="1200"/>
              </a:spcAft>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2" name="Tijdelijke aanduiding voor dianumm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
        <p:nvSpPr>
          <p:cNvPr id="5" name="Rechthoe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6" name="Rechte verbindingslijn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inhoud en tabel">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nl-NL" sz="3600"/>
            </a:lvl1pPr>
          </a:lstStyle>
          <a:p>
            <a:pPr rtl="0"/>
            <a:r>
              <a:rPr lang="nl-NL"/>
              <a:t>Klik om titel toe te voegen</a:t>
            </a:r>
          </a:p>
        </p:txBody>
      </p:sp>
      <p:sp>
        <p:nvSpPr>
          <p:cNvPr id="12" name="Tijdelijke aanduiding voor inhoud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nl-NL" sz="2000"/>
            </a:lvl1pPr>
            <a:lvl2pPr marL="800100" indent="-342900">
              <a:lnSpc>
                <a:spcPct val="100000"/>
              </a:lnSpc>
              <a:spcBef>
                <a:spcPts val="0"/>
              </a:spcBef>
              <a:spcAft>
                <a:spcPts val="1200"/>
              </a:spcAft>
              <a:buFont typeface="Arial" panose="020B0604020202020204" pitchFamily="34" charset="0"/>
              <a:buChar char="•"/>
              <a:defRPr lang="nl-NL" sz="2000"/>
            </a:lvl2pPr>
            <a:lvl3pPr marL="1257300" indent="-342900">
              <a:spcBef>
                <a:spcPts val="0"/>
              </a:spcBef>
              <a:spcAft>
                <a:spcPts val="1200"/>
              </a:spcAft>
              <a:buFont typeface="Arial" panose="020B0604020202020204" pitchFamily="34" charset="0"/>
              <a:buChar char="•"/>
              <a:defRPr lang="nl-NL" sz="2000"/>
            </a:lvl3pPr>
            <a:lvl4pPr marL="1714500" indent="-342900">
              <a:spcBef>
                <a:spcPts val="0"/>
              </a:spcBef>
              <a:spcAft>
                <a:spcPts val="1200"/>
              </a:spcAft>
              <a:buFont typeface="Arial" panose="020B0604020202020204" pitchFamily="34" charset="0"/>
              <a:buChar char="•"/>
              <a:defRPr lang="nl-NL" sz="2000"/>
            </a:lvl4pPr>
            <a:lvl5pPr marL="2171700" indent="-342900">
              <a:spcBef>
                <a:spcPts val="0"/>
              </a:spcBef>
              <a:spcAft>
                <a:spcPts val="1200"/>
              </a:spcAft>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4" name="Tijdelijke aanduiding voor tabel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rtlCol="0">
            <a:normAutofit/>
          </a:bodyPr>
          <a:lstStyle>
            <a:lvl1pPr>
              <a:defRPr lang="nl-NL" sz="2000"/>
            </a:lvl1pPr>
          </a:lstStyle>
          <a:p>
            <a:pPr rtl="0"/>
            <a:r>
              <a:rPr lang="nl-NL"/>
              <a:t>Klik op het pictogram als u een tabel wilt toevoegen</a:t>
            </a:r>
          </a:p>
        </p:txBody>
      </p:sp>
      <p:sp>
        <p:nvSpPr>
          <p:cNvPr id="5" name="Rechthoe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6" name="Rechte verbindingslijn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jdelijke aanduiding voor dianumm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en 2 inhoud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6" name="Rechte verbindingslijn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nl-NL" sz="3600"/>
            </a:lvl1pPr>
          </a:lstStyle>
          <a:p>
            <a:pPr rtl="0"/>
            <a:r>
              <a:rPr lang="nl-NL"/>
              <a:t>Klik om titel toe te voegen</a:t>
            </a:r>
          </a:p>
        </p:txBody>
      </p:sp>
      <p:sp>
        <p:nvSpPr>
          <p:cNvPr id="8" name="Tijdelijke aanduiding voor inhoud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nl-NL" sz="2000"/>
            </a:lvl1pPr>
            <a:lvl2pPr>
              <a:lnSpc>
                <a:spcPct val="100000"/>
              </a:lnSpc>
              <a:spcAft>
                <a:spcPts val="600"/>
              </a:spcAft>
              <a:defRPr lang="nl-NL" sz="2000"/>
            </a:lvl2pPr>
            <a:lvl3pPr>
              <a:lnSpc>
                <a:spcPct val="100000"/>
              </a:lnSpc>
              <a:spcBef>
                <a:spcPts val="1000"/>
              </a:spcBef>
              <a:spcAft>
                <a:spcPts val="600"/>
              </a:spcAft>
              <a:defRPr lang="nl-NL" sz="2000"/>
            </a:lvl3pPr>
            <a:lvl4pPr>
              <a:lnSpc>
                <a:spcPct val="100000"/>
              </a:lnSpc>
              <a:spcAft>
                <a:spcPts val="1200"/>
              </a:spcAft>
              <a:defRPr lang="nl-NL" sz="2000"/>
            </a:lvl4pPr>
            <a:lvl5pP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1" name="Tijdelijke aanduiding voor inhoud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nl-NL" sz="2000"/>
            </a:lvl1pPr>
            <a:lvl2pPr marL="800100" indent="-342900">
              <a:lnSpc>
                <a:spcPct val="100000"/>
              </a:lnSpc>
              <a:spcAft>
                <a:spcPts val="600"/>
              </a:spcAft>
              <a:buFont typeface="Arial" panose="020B0604020202020204" pitchFamily="34" charset="0"/>
              <a:buChar char="•"/>
              <a:defRPr lang="nl-NL" sz="2000"/>
            </a:lvl2pPr>
            <a:lvl3pPr marL="1257300" indent="-342900">
              <a:buFont typeface="Arial" panose="020B0604020202020204" pitchFamily="34" charset="0"/>
              <a:buChar char="•"/>
              <a:defRPr lang="nl-NL" sz="2000"/>
            </a:lvl3pPr>
            <a:lvl4pPr marL="1714500" indent="-342900">
              <a:buFont typeface="Arial" panose="020B0604020202020204" pitchFamily="34" charset="0"/>
              <a:buChar char="•"/>
              <a:defRPr lang="nl-NL" sz="2000"/>
            </a:lvl4pPr>
            <a:lvl5pPr marL="2171700" indent="-342900">
              <a:buFont typeface="Arial" panose="020B0604020202020204" pitchFamily="34" charset="0"/>
              <a:buChar char="•"/>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2" name="Tijdelijke aanduiding voor dianumm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en tabel">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6" name="Rechte verbindingslijn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nl-NL" sz="3600"/>
            </a:lvl1pPr>
          </a:lstStyle>
          <a:p>
            <a:pPr rtl="0"/>
            <a:r>
              <a:rPr lang="nl-NL"/>
              <a:t>Klik om titel toe te voegen</a:t>
            </a:r>
          </a:p>
        </p:txBody>
      </p:sp>
      <p:sp>
        <p:nvSpPr>
          <p:cNvPr id="9" name="Tijdelijke aanduiding voor tabel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rtlCol="0">
            <a:normAutofit/>
          </a:bodyPr>
          <a:lstStyle>
            <a:lvl1pPr>
              <a:defRPr lang="nl-NL" sz="2400"/>
            </a:lvl1pPr>
          </a:lstStyle>
          <a:p>
            <a:pPr rtl="0"/>
            <a:r>
              <a:rPr lang="nl-NL"/>
              <a:t>Klik op het pictogram als u een tabel wilt toevoegen</a:t>
            </a:r>
          </a:p>
        </p:txBody>
      </p:sp>
      <p:sp>
        <p:nvSpPr>
          <p:cNvPr id="2" name="Tijdelijke aanduiding voor dianumm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nl-NL"/>
            </a:def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edankt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cxnSp>
        <p:nvCxnSpPr>
          <p:cNvPr id="3" name="Rechte verbindingslijn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hthoek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
        <p:nvSpPr>
          <p:cNvPr id="8" name="Titel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nl-NL" sz="6000">
                <a:solidFill>
                  <a:schemeClr val="bg1"/>
                </a:solidFill>
              </a:defRPr>
            </a:lvl1pPr>
          </a:lstStyle>
          <a:p>
            <a:pPr rtl="0"/>
            <a:r>
              <a:rPr lang="nl-NL"/>
              <a:t>Klik om titel toe te voegen</a:t>
            </a:r>
          </a:p>
        </p:txBody>
      </p:sp>
      <p:sp>
        <p:nvSpPr>
          <p:cNvPr id="10" name="Tijdelijke aanduiding voor inhoud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nl-NL"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lang="nl-NL"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lang="nl-NL"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lang="nl-NL"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lang="nl-NL" sz="1400">
                <a:solidFill>
                  <a:schemeClr val="bg1"/>
                </a:solidFill>
              </a:defRPr>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nl-NL"/>
            </a:defPPr>
          </a:lstStyle>
          <a:p>
            <a:pPr rtl="0"/>
            <a:r>
              <a:rPr lang="nl-NL"/>
              <a:t>Klik om de titelstijl van het model te bewerken</a:t>
            </a:r>
          </a:p>
        </p:txBody>
      </p:sp>
      <p:sp>
        <p:nvSpPr>
          <p:cNvPr id="3" name="Tijdelijke aanduiding voor tekst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nl-NL"/>
            </a:defPPr>
          </a:lstStyle>
          <a:p>
            <a:pPr lvl="0" rtl="0"/>
            <a:r>
              <a:rPr lang="nl-NL"/>
              <a:t>Klik om de tekststijlen van het model te bewerken</a:t>
            </a:r>
          </a:p>
          <a:p>
            <a:pPr lvl="1" rtl="0"/>
            <a:r>
              <a:rPr lang="nl-NL"/>
              <a:t>Tweede niveau</a:t>
            </a:r>
          </a:p>
          <a:p>
            <a:pPr lvl="2" rtl="0"/>
            <a:r>
              <a:rPr lang="nl-NL"/>
              <a:t>Derde niveau</a:t>
            </a:r>
          </a:p>
          <a:p>
            <a:pPr lvl="3" rtl="0"/>
            <a:r>
              <a:rPr lang="nl-NL"/>
              <a:t>Vierde niveau</a:t>
            </a:r>
          </a:p>
          <a:p>
            <a:pPr lvl="4" rtl="0"/>
            <a:r>
              <a:rPr lang="nl-NL"/>
              <a:t>Vijfde niveau</a:t>
            </a:r>
          </a:p>
        </p:txBody>
      </p:sp>
      <p:sp>
        <p:nvSpPr>
          <p:cNvPr id="4" name="Tijdelijke aanduiding voor datum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nl-NL" sz="900" b="0" cap="all" spc="150" baseline="0">
                <a:solidFill>
                  <a:schemeClr val="bg2">
                    <a:lumMod val="50000"/>
                  </a:schemeClr>
                </a:solidFill>
                <a:latin typeface="Univers Light" panose="020B0403020202020204" pitchFamily="34" charset="0"/>
              </a:defRPr>
            </a:lvl1pPr>
          </a:lstStyle>
          <a:p>
            <a:pPr rtl="0"/>
            <a:endParaRPr lang="nl-NL" dirty="0"/>
          </a:p>
        </p:txBody>
      </p:sp>
      <p:sp>
        <p:nvSpPr>
          <p:cNvPr id="5" name="Tijdelijke aanduiding voor voettekst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nl-NL" sz="900" b="0" cap="all" spc="150" baseline="0">
                <a:solidFill>
                  <a:schemeClr val="bg2">
                    <a:lumMod val="50000"/>
                  </a:schemeClr>
                </a:solidFill>
                <a:latin typeface="Univers Light" panose="020B0403020202020204" pitchFamily="34" charset="0"/>
              </a:defRPr>
            </a:lvl1pPr>
          </a:lstStyle>
          <a:p>
            <a:pPr rtl="0"/>
            <a:endParaRPr lang="nl-NL" dirty="0"/>
          </a:p>
        </p:txBody>
      </p:sp>
      <p:sp>
        <p:nvSpPr>
          <p:cNvPr id="6" name="Tijdelijke aanduiding voor dianumm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nl-NL" sz="1200" b="1" spc="150" baseline="0">
                <a:solidFill>
                  <a:schemeClr val="tx1"/>
                </a:solidFill>
                <a:latin typeface="+mn-lt"/>
              </a:defRPr>
            </a:lvl1pPr>
          </a:lstStyle>
          <a:p>
            <a:pPr rtl="0"/>
            <a:fld id="{18D65601-5AE2-46FC-B138-694DDD2B510D}" type="slidenum">
              <a:rPr lang="nl-NL" smtClean="0"/>
              <a:pPr rtl="0"/>
              <a:t>‹nr.›</a:t>
            </a:fld>
            <a:endParaRPr lang="nl-NL"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lang="nl-NL"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nl-NL"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nl-NL"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nl-NL"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9pPr>
    </p:bodyStyle>
    <p:otherStyle>
      <a:defPPr>
        <a:defRPr lang="nl-NL"/>
      </a:defPPr>
      <a:lvl1pPr marL="0" algn="l" defTabSz="914400" rtl="0" eaLnBrk="1" latinLnBrk="0" hangingPunct="1">
        <a:defRPr lang="nl-NL" sz="1800" kern="1200">
          <a:solidFill>
            <a:schemeClr val="tx1"/>
          </a:solidFill>
          <a:latin typeface="+mn-lt"/>
          <a:ea typeface="+mn-ea"/>
          <a:cs typeface="+mn-cs"/>
        </a:defRPr>
      </a:lvl1pPr>
      <a:lvl2pPr marL="457200" algn="l" defTabSz="914400" rtl="0" eaLnBrk="1" latinLnBrk="0" hangingPunct="1">
        <a:defRPr lang="nl-NL" sz="1800" kern="1200">
          <a:solidFill>
            <a:schemeClr val="tx1"/>
          </a:solidFill>
          <a:latin typeface="+mn-lt"/>
          <a:ea typeface="+mn-ea"/>
          <a:cs typeface="+mn-cs"/>
        </a:defRPr>
      </a:lvl2pPr>
      <a:lvl3pPr marL="914400" algn="l" defTabSz="914400" rtl="0" eaLnBrk="1" latinLnBrk="0" hangingPunct="1">
        <a:defRPr lang="nl-NL" sz="1800" kern="1200">
          <a:solidFill>
            <a:schemeClr val="tx1"/>
          </a:solidFill>
          <a:latin typeface="+mn-lt"/>
          <a:ea typeface="+mn-ea"/>
          <a:cs typeface="+mn-cs"/>
        </a:defRPr>
      </a:lvl3pPr>
      <a:lvl4pPr marL="1371600" algn="l" defTabSz="914400" rtl="0" eaLnBrk="1" latinLnBrk="0" hangingPunct="1">
        <a:defRPr lang="nl-NL" sz="1800" kern="1200">
          <a:solidFill>
            <a:schemeClr val="tx1"/>
          </a:solidFill>
          <a:latin typeface="+mn-lt"/>
          <a:ea typeface="+mn-ea"/>
          <a:cs typeface="+mn-cs"/>
        </a:defRPr>
      </a:lvl4pPr>
      <a:lvl5pPr marL="1828800" algn="l" defTabSz="914400" rtl="0" eaLnBrk="1" latinLnBrk="0" hangingPunct="1">
        <a:defRPr lang="nl-NL" sz="1800" kern="1200">
          <a:solidFill>
            <a:schemeClr val="tx1"/>
          </a:solidFill>
          <a:latin typeface="+mn-lt"/>
          <a:ea typeface="+mn-ea"/>
          <a:cs typeface="+mn-cs"/>
        </a:defRPr>
      </a:lvl5pPr>
      <a:lvl6pPr marL="2286000" algn="l" defTabSz="914400" rtl="0" eaLnBrk="1" latinLnBrk="0" hangingPunct="1">
        <a:defRPr lang="nl-NL" sz="1800" kern="1200">
          <a:solidFill>
            <a:schemeClr val="tx1"/>
          </a:solidFill>
          <a:latin typeface="+mn-lt"/>
          <a:ea typeface="+mn-ea"/>
          <a:cs typeface="+mn-cs"/>
        </a:defRPr>
      </a:lvl6pPr>
      <a:lvl7pPr marL="2743200" algn="l" defTabSz="914400" rtl="0" eaLnBrk="1" latinLnBrk="0" hangingPunct="1">
        <a:defRPr lang="nl-NL" sz="1800" kern="1200">
          <a:solidFill>
            <a:schemeClr val="tx1"/>
          </a:solidFill>
          <a:latin typeface="+mn-lt"/>
          <a:ea typeface="+mn-ea"/>
          <a:cs typeface="+mn-cs"/>
        </a:defRPr>
      </a:lvl7pPr>
      <a:lvl8pPr marL="3200400" algn="l" defTabSz="914400" rtl="0" eaLnBrk="1" latinLnBrk="0" hangingPunct="1">
        <a:defRPr lang="nl-NL" sz="1800" kern="1200">
          <a:solidFill>
            <a:schemeClr val="tx1"/>
          </a:solidFill>
          <a:latin typeface="+mn-lt"/>
          <a:ea typeface="+mn-ea"/>
          <a:cs typeface="+mn-cs"/>
        </a:defRPr>
      </a:lvl8pPr>
      <a:lvl9pPr marL="3657600" algn="l" defTabSz="914400" rtl="0" eaLnBrk="1" latinLnBrk="0" hangingPunct="1">
        <a:defRPr lang="nl-NL"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43_477F066F.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4.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454C9E-20FB-B999-9303-C71D1334BAD7}"/>
              </a:ext>
            </a:extLst>
          </p:cNvPr>
          <p:cNvSpPr>
            <a:spLocks noGrp="1"/>
          </p:cNvSpPr>
          <p:nvPr>
            <p:ph type="title"/>
          </p:nvPr>
        </p:nvSpPr>
        <p:spPr>
          <a:xfrm>
            <a:off x="1317615" y="690511"/>
            <a:ext cx="5858248" cy="5253089"/>
          </a:xfrm>
        </p:spPr>
        <p:txBody>
          <a:bodyPr rtlCol="0"/>
          <a:lstStyle>
            <a:defPPr>
              <a:defRPr lang="nl-NL"/>
            </a:defPPr>
          </a:lstStyle>
          <a:p>
            <a:pPr rtl="0"/>
            <a:r>
              <a:rPr lang="nl-NL" dirty="0"/>
              <a:t>Data </a:t>
            </a:r>
            <a:r>
              <a:rPr lang="nl-NL" dirty="0" err="1"/>
              <a:t>visualisation</a:t>
            </a:r>
            <a:r>
              <a:rPr lang="nl-NL" dirty="0"/>
              <a:t> </a:t>
            </a:r>
            <a:br>
              <a:rPr lang="nl-NL" dirty="0"/>
            </a:br>
            <a:br>
              <a:rPr lang="nl-NL" dirty="0"/>
            </a:br>
            <a:r>
              <a:rPr lang="nl-NL" i="1" dirty="0" err="1"/>
              <a:t>WhereWeMove</a:t>
            </a:r>
            <a:endParaRPr lang="nl-NL"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DEBC60-AA38-5DEF-3160-0CAA68F3D28C}"/>
              </a:ext>
            </a:extLst>
          </p:cNvPr>
          <p:cNvSpPr>
            <a:spLocks noGrp="1"/>
          </p:cNvSpPr>
          <p:nvPr>
            <p:ph type="title"/>
          </p:nvPr>
        </p:nvSpPr>
        <p:spPr>
          <a:xfrm>
            <a:off x="1468815" y="503852"/>
            <a:ext cx="9150675" cy="1427585"/>
          </a:xfrm>
        </p:spPr>
        <p:txBody>
          <a:bodyPr rtlCol="0">
            <a:normAutofit fontScale="90000"/>
          </a:bodyPr>
          <a:lstStyle>
            <a:defPPr>
              <a:defRPr lang="nl-NL"/>
            </a:defPPr>
          </a:lstStyle>
          <a:p>
            <a:pPr rtl="0"/>
            <a:r>
              <a:rPr lang="nl-NL" dirty="0"/>
              <a:t>RQ2: </a:t>
            </a:r>
            <a:r>
              <a:rPr lang="nl-NL" dirty="0" err="1"/>
              <a:t>What</a:t>
            </a:r>
            <a:r>
              <a:rPr lang="nl-NL" dirty="0"/>
              <a:t> </a:t>
            </a:r>
            <a:r>
              <a:rPr lang="nl-NL" dirty="0" err="1"/>
              <a:t>behavioural</a:t>
            </a:r>
            <a:r>
              <a:rPr lang="nl-NL" dirty="0"/>
              <a:t> </a:t>
            </a:r>
            <a:r>
              <a:rPr lang="nl-NL" dirty="0" err="1"/>
              <a:t>patterns</a:t>
            </a:r>
            <a:r>
              <a:rPr lang="nl-NL" dirty="0"/>
              <a:t> </a:t>
            </a:r>
            <a:r>
              <a:rPr lang="nl-NL" dirty="0" err="1"/>
              <a:t>emerge</a:t>
            </a:r>
            <a:r>
              <a:rPr lang="nl-NL" dirty="0"/>
              <a:t> in </a:t>
            </a:r>
            <a:r>
              <a:rPr lang="nl-NL" dirty="0" err="1"/>
              <a:t>housing</a:t>
            </a:r>
            <a:r>
              <a:rPr lang="nl-NL" dirty="0"/>
              <a:t> &amp; </a:t>
            </a:r>
            <a:r>
              <a:rPr lang="nl-NL" dirty="0" err="1"/>
              <a:t>flood</a:t>
            </a:r>
            <a:r>
              <a:rPr lang="nl-NL" dirty="0"/>
              <a:t> </a:t>
            </a:r>
            <a:r>
              <a:rPr lang="nl-NL" dirty="0" err="1"/>
              <a:t>protection</a:t>
            </a:r>
            <a:r>
              <a:rPr lang="nl-NL" dirty="0"/>
              <a:t> </a:t>
            </a:r>
            <a:r>
              <a:rPr lang="nl-NL" dirty="0" err="1"/>
              <a:t>choices</a:t>
            </a:r>
            <a:r>
              <a:rPr lang="nl-NL" dirty="0"/>
              <a:t> </a:t>
            </a:r>
            <a:r>
              <a:rPr lang="nl-NL" dirty="0" err="1"/>
              <a:t>based</a:t>
            </a:r>
            <a:r>
              <a:rPr lang="nl-NL" dirty="0"/>
              <a:t> on </a:t>
            </a:r>
            <a:r>
              <a:rPr lang="nl-NL" dirty="0" err="1"/>
              <a:t>players</a:t>
            </a:r>
            <a:r>
              <a:rPr lang="nl-NL" dirty="0"/>
              <a:t> welfare types in </a:t>
            </a:r>
            <a:r>
              <a:rPr lang="nl-NL" dirty="0" err="1"/>
              <a:t>the</a:t>
            </a:r>
            <a:r>
              <a:rPr lang="nl-NL" dirty="0"/>
              <a:t> </a:t>
            </a:r>
            <a:r>
              <a:rPr lang="nl-NL" i="1" dirty="0" err="1"/>
              <a:t>WhereWeMove</a:t>
            </a:r>
            <a:r>
              <a:rPr lang="nl-NL" i="1" dirty="0"/>
              <a:t> </a:t>
            </a:r>
            <a:r>
              <a:rPr lang="nl-NL" dirty="0"/>
              <a:t>game? </a:t>
            </a:r>
          </a:p>
        </p:txBody>
      </p:sp>
      <p:sp>
        <p:nvSpPr>
          <p:cNvPr id="3" name="Tijdelijke aanduiding voor inhoud 2">
            <a:extLst>
              <a:ext uri="{FF2B5EF4-FFF2-40B4-BE49-F238E27FC236}">
                <a16:creationId xmlns:a16="http://schemas.microsoft.com/office/drawing/2014/main" id="{1EBEE570-1B5E-FFD1-485D-D77E4E6FE7C0}"/>
              </a:ext>
            </a:extLst>
          </p:cNvPr>
          <p:cNvSpPr>
            <a:spLocks noGrp="1"/>
          </p:cNvSpPr>
          <p:nvPr>
            <p:ph sz="quarter" idx="12"/>
          </p:nvPr>
        </p:nvSpPr>
        <p:spPr>
          <a:xfrm>
            <a:off x="1047483" y="2108720"/>
            <a:ext cx="5420430" cy="4119463"/>
          </a:xfrm>
        </p:spPr>
        <p:txBody>
          <a:bodyPr rtlCol="0">
            <a:normAutofit/>
          </a:bodyPr>
          <a:lstStyle>
            <a:defPPr>
              <a:defRPr lang="nl-NL"/>
            </a:defPPr>
          </a:lstStyle>
          <a:p>
            <a:pPr marL="0" indent="0">
              <a:buNone/>
            </a:pPr>
            <a:r>
              <a:rPr lang="en-US" dirty="0"/>
              <a:t>Game settings</a:t>
            </a:r>
          </a:p>
          <a:p>
            <a:r>
              <a:rPr lang="en-US" dirty="0"/>
              <a:t>GS1: What type of houses are available every round?</a:t>
            </a:r>
          </a:p>
          <a:p>
            <a:r>
              <a:rPr lang="en-US" dirty="0"/>
              <a:t>GS2: What is the player's budget and expectations?</a:t>
            </a:r>
          </a:p>
          <a:p>
            <a:r>
              <a:rPr lang="en-US" dirty="0"/>
              <a:t>GS3: Which measures costs and effects?</a:t>
            </a:r>
          </a:p>
          <a:p>
            <a:r>
              <a:rPr lang="en-US" dirty="0"/>
              <a:t>GS4: How is risk perception assessed?</a:t>
            </a:r>
          </a:p>
          <a:p>
            <a:r>
              <a:rPr lang="en-US" dirty="0"/>
              <a:t>GS5: Which news apply every round?</a:t>
            </a:r>
          </a:p>
        </p:txBody>
      </p:sp>
      <p:sp>
        <p:nvSpPr>
          <p:cNvPr id="4" name="Tijdelijke aanduiding voor dianummer 3">
            <a:extLst>
              <a:ext uri="{FF2B5EF4-FFF2-40B4-BE49-F238E27FC236}">
                <a16:creationId xmlns:a16="http://schemas.microsoft.com/office/drawing/2014/main" id="{527C964F-E2D5-D8E7-C513-C47A7E409DF3}"/>
              </a:ext>
            </a:extLst>
          </p:cNvPr>
          <p:cNvSpPr>
            <a:spLocks noGrp="1"/>
          </p:cNvSpPr>
          <p:nvPr>
            <p:ph type="sldNum" sz="quarter" idx="15"/>
          </p:nvPr>
        </p:nvSpPr>
        <p:spPr/>
        <p:txBody>
          <a:bodyPr rtlCol="0"/>
          <a:lstStyle>
            <a:defPPr>
              <a:defRPr lang="nl-NL"/>
            </a:defPPr>
          </a:lstStyle>
          <a:p>
            <a:pPr rtl="0"/>
            <a:fld id="{18D65601-5AE2-46FC-B138-694DDD2B510D}" type="slidenum">
              <a:rPr lang="nl-NL" smtClean="0"/>
              <a:pPr rtl="0"/>
              <a:t>2</a:t>
            </a:fld>
            <a:endParaRPr lang="nl-NL" dirty="0"/>
          </a:p>
        </p:txBody>
      </p:sp>
      <p:sp>
        <p:nvSpPr>
          <p:cNvPr id="5" name="Tijdelijke aanduiding voor inhoud 2">
            <a:extLst>
              <a:ext uri="{FF2B5EF4-FFF2-40B4-BE49-F238E27FC236}">
                <a16:creationId xmlns:a16="http://schemas.microsoft.com/office/drawing/2014/main" id="{3F7EE8A4-71FF-6E5E-0E71-464CBCF30048}"/>
              </a:ext>
            </a:extLst>
          </p:cNvPr>
          <p:cNvSpPr txBox="1">
            <a:spLocks/>
          </p:cNvSpPr>
          <p:nvPr/>
        </p:nvSpPr>
        <p:spPr>
          <a:xfrm>
            <a:off x="6671172" y="2108719"/>
            <a:ext cx="5420430" cy="4119463"/>
          </a:xfrm>
          <a:prstGeom prst="rect">
            <a:avLst/>
          </a:prstGeom>
        </p:spPr>
        <p:txBody>
          <a:bodyPr vert="horz" lIns="0" tIns="0" rIns="0" bIns="0" rtlCol="0">
            <a:normAutofit lnSpcReduction="10000"/>
          </a:bodyPr>
          <a:lstStyle>
            <a:defPPr>
              <a:defRPr lang="nl-NL"/>
            </a:defPPr>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lang="nl-NL" sz="20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lang="nl-NL" sz="20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lang="nl-NL" sz="20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lang="nl-NL" sz="20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lang="nl-NL"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9pPr>
          </a:lstStyle>
          <a:p>
            <a:pPr marL="0" indent="0">
              <a:buNone/>
            </a:pPr>
            <a:r>
              <a:rPr lang="en-US" b="1" dirty="0"/>
              <a:t>Gameplay</a:t>
            </a:r>
          </a:p>
          <a:p>
            <a:r>
              <a:rPr lang="en-US" b="1" dirty="0"/>
              <a:t>GP1: Where do players prefer to live?</a:t>
            </a:r>
          </a:p>
          <a:p>
            <a:r>
              <a:rPr lang="en-US" b="1" dirty="0"/>
              <a:t>GP2: How did players spend their money?</a:t>
            </a:r>
          </a:p>
          <a:p>
            <a:r>
              <a:rPr lang="en-US" b="1" dirty="0"/>
              <a:t>GP3: Which measures do players choose in the game?</a:t>
            </a:r>
          </a:p>
          <a:p>
            <a:r>
              <a:rPr lang="en-US" b="1" dirty="0"/>
              <a:t>GP4: How was the flood experience in the game?</a:t>
            </a:r>
          </a:p>
          <a:p>
            <a:r>
              <a:rPr lang="en-US" b="1" dirty="0"/>
              <a:t>GP5: How do damage and satisfaction changes influence choices?</a:t>
            </a:r>
          </a:p>
          <a:p>
            <a:pPr marL="0" indent="0">
              <a:buNone/>
            </a:pPr>
            <a:br>
              <a:rPr lang="en-US" b="1" dirty="0"/>
            </a:br>
            <a:endParaRPr lang="nl-NL" b="1" dirty="0"/>
          </a:p>
        </p:txBody>
      </p:sp>
    </p:spTree>
    <p:extLst>
      <p:ext uri="{BB962C8B-B14F-4D97-AF65-F5344CB8AC3E}">
        <p14:creationId xmlns:p14="http://schemas.microsoft.com/office/powerpoint/2010/main" val="2906152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D97761-0B88-A5E8-0B78-C39173D05F4D}"/>
              </a:ext>
            </a:extLst>
          </p:cNvPr>
          <p:cNvSpPr>
            <a:spLocks noGrp="1"/>
          </p:cNvSpPr>
          <p:nvPr>
            <p:ph type="title"/>
          </p:nvPr>
        </p:nvSpPr>
        <p:spPr>
          <a:xfrm>
            <a:off x="1353827" y="3508311"/>
            <a:ext cx="9923770" cy="1438762"/>
          </a:xfrm>
        </p:spPr>
        <p:txBody>
          <a:bodyPr rtlCol="0" anchor="b">
            <a:normAutofit/>
          </a:bodyPr>
          <a:lstStyle>
            <a:defPPr>
              <a:defRPr lang="nl-NL"/>
            </a:defPPr>
          </a:lstStyle>
          <a:p>
            <a:pPr rtl="0"/>
            <a:r>
              <a:rPr lang="nl-NL" dirty="0" err="1"/>
              <a:t>Cost</a:t>
            </a:r>
            <a:r>
              <a:rPr lang="nl-NL" dirty="0"/>
              <a:t> </a:t>
            </a:r>
            <a:r>
              <a:rPr lang="nl-NL" dirty="0" err="1"/>
              <a:t>distribution</a:t>
            </a:r>
            <a:r>
              <a:rPr lang="nl-NL" dirty="0"/>
              <a:t> per welfare type</a:t>
            </a:r>
          </a:p>
        </p:txBody>
      </p:sp>
      <p:pic>
        <p:nvPicPr>
          <p:cNvPr id="10" name="Afbeelding 9" descr="Afbeelding met Perceel, diagram, lijn, schermopname&#10;&#10;Door AI gegenereerde inhoud is mogelijk onjuist.">
            <a:extLst>
              <a:ext uri="{FF2B5EF4-FFF2-40B4-BE49-F238E27FC236}">
                <a16:creationId xmlns:a16="http://schemas.microsoft.com/office/drawing/2014/main" id="{AE3B4A8B-37FA-62D6-021F-A3A4C759659A}"/>
              </a:ext>
            </a:extLst>
          </p:cNvPr>
          <p:cNvPicPr>
            <a:picLocks noChangeAspect="1"/>
          </p:cNvPicPr>
          <p:nvPr/>
        </p:nvPicPr>
        <p:blipFill>
          <a:blip r:embed="rId3"/>
          <a:stretch>
            <a:fillRect/>
          </a:stretch>
        </p:blipFill>
        <p:spPr>
          <a:xfrm>
            <a:off x="915600" y="30676"/>
            <a:ext cx="10361995" cy="3367648"/>
          </a:xfrm>
          <a:prstGeom prst="rect">
            <a:avLst/>
          </a:prstGeom>
          <a:noFill/>
        </p:spPr>
      </p:pic>
      <p:sp>
        <p:nvSpPr>
          <p:cNvPr id="15" name="Text Placeholder 3">
            <a:extLst>
              <a:ext uri="{FF2B5EF4-FFF2-40B4-BE49-F238E27FC236}">
                <a16:creationId xmlns:a16="http://schemas.microsoft.com/office/drawing/2014/main" id="{73164EC6-575A-9230-A8F0-B03B12B972BE}"/>
              </a:ext>
            </a:extLst>
          </p:cNvPr>
          <p:cNvSpPr>
            <a:spLocks noGrp="1"/>
          </p:cNvSpPr>
          <p:nvPr>
            <p:ph type="body" sz="quarter" idx="12"/>
          </p:nvPr>
        </p:nvSpPr>
        <p:spPr>
          <a:xfrm>
            <a:off x="1353828" y="5228488"/>
            <a:ext cx="9923770" cy="1368256"/>
          </a:xfrm>
        </p:spPr>
        <p:txBody>
          <a:bodyPr/>
          <a:lstStyle/>
          <a:p>
            <a:r>
              <a:rPr lang="en-US" dirty="0"/>
              <a:t>This chart shows how total costs are distributed across different welfare types and which cost categories are influencing those totals. The line adds an extra layer by showing how satisfaction changes alongside spending. This makes it easy to compare groups and spot patterns.</a:t>
            </a:r>
          </a:p>
        </p:txBody>
      </p:sp>
      <p:sp>
        <p:nvSpPr>
          <p:cNvPr id="4" name="Tijdelijke aanduiding voor dianummer 3" hidden="1">
            <a:extLst>
              <a:ext uri="{FF2B5EF4-FFF2-40B4-BE49-F238E27FC236}">
                <a16:creationId xmlns:a16="http://schemas.microsoft.com/office/drawing/2014/main" id="{2CD4601E-33F5-5714-867D-A0B584DA7C11}"/>
              </a:ext>
            </a:extLst>
          </p:cNvPr>
          <p:cNvSpPr>
            <a:spLocks noGrp="1"/>
          </p:cNvSpPr>
          <p:nvPr>
            <p:ph type="sldNum" sz="quarter" idx="4294967295"/>
          </p:nvPr>
        </p:nvSpPr>
        <p:spPr>
          <a:xfrm>
            <a:off x="412136" y="5943601"/>
            <a:ext cx="968983" cy="651912"/>
          </a:xfrm>
        </p:spPr>
        <p:txBody>
          <a:bodyPr rtlCol="0"/>
          <a:lstStyle>
            <a:defPPr>
              <a:defRPr lang="nl-NL"/>
            </a:defPPr>
          </a:lstStyle>
          <a:p>
            <a:pPr rtl="0">
              <a:spcAft>
                <a:spcPts val="600"/>
              </a:spcAft>
            </a:pPr>
            <a:fld id="{18D65601-5AE2-46FC-B138-694DDD2B510D}" type="slidenum">
              <a:rPr lang="nl-NL" smtClean="0"/>
              <a:pPr rtl="0">
                <a:spcAft>
                  <a:spcPts val="600"/>
                </a:spcAft>
              </a:pPr>
              <a:t>3</a:t>
            </a:fld>
            <a:endParaRPr lang="nl-NL"/>
          </a:p>
        </p:txBody>
      </p:sp>
    </p:spTree>
    <p:extLst>
      <p:ext uri="{BB962C8B-B14F-4D97-AF65-F5344CB8AC3E}">
        <p14:creationId xmlns:p14="http://schemas.microsoft.com/office/powerpoint/2010/main" val="1607455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Tijdelijke aanduiding voor inhoud 9">
            <a:extLst>
              <a:ext uri="{FF2B5EF4-FFF2-40B4-BE49-F238E27FC236}">
                <a16:creationId xmlns:a16="http://schemas.microsoft.com/office/drawing/2014/main" id="{634260FC-60E8-A09A-8E12-4DAE512C7133}"/>
              </a:ext>
            </a:extLst>
          </p:cNvPr>
          <p:cNvPicPr>
            <a:picLocks noGrp="1" noChangeAspect="1"/>
          </p:cNvPicPr>
          <p:nvPr>
            <p:ph sz="quarter" idx="12"/>
          </p:nvPr>
        </p:nvPicPr>
        <p:blipFill>
          <a:blip r:embed="rId4"/>
          <a:stretch>
            <a:fillRect/>
          </a:stretch>
        </p:blipFill>
        <p:spPr>
          <a:xfrm>
            <a:off x="3022823" y="0"/>
            <a:ext cx="6146351" cy="2415693"/>
          </a:xfrm>
          <a:prstGeom prst="rect">
            <a:avLst/>
          </a:prstGeom>
        </p:spPr>
      </p:pic>
      <p:sp>
        <p:nvSpPr>
          <p:cNvPr id="4" name="Tijdelijke aanduiding voor dianummer 3">
            <a:extLst>
              <a:ext uri="{FF2B5EF4-FFF2-40B4-BE49-F238E27FC236}">
                <a16:creationId xmlns:a16="http://schemas.microsoft.com/office/drawing/2014/main" id="{10B9F7D9-EC28-3103-5C84-464DB2A01F9C}"/>
              </a:ext>
            </a:extLst>
          </p:cNvPr>
          <p:cNvSpPr>
            <a:spLocks noGrp="1"/>
          </p:cNvSpPr>
          <p:nvPr>
            <p:ph type="sldNum" sz="quarter" idx="15"/>
          </p:nvPr>
        </p:nvSpPr>
        <p:spPr/>
        <p:txBody>
          <a:bodyPr/>
          <a:lstStyle/>
          <a:p>
            <a:pPr rtl="0"/>
            <a:fld id="{18D65601-5AE2-46FC-B138-694DDD2B510D}" type="slidenum">
              <a:rPr lang="nl-NL" smtClean="0"/>
              <a:pPr rtl="0"/>
              <a:t>4</a:t>
            </a:fld>
            <a:endParaRPr lang="nl-NL" dirty="0"/>
          </a:p>
        </p:txBody>
      </p:sp>
      <p:pic>
        <p:nvPicPr>
          <p:cNvPr id="8" name="Afbeelding 7">
            <a:extLst>
              <a:ext uri="{FF2B5EF4-FFF2-40B4-BE49-F238E27FC236}">
                <a16:creationId xmlns:a16="http://schemas.microsoft.com/office/drawing/2014/main" id="{DC0CF4E9-B0A6-AEA2-9ACB-36B8DBDA2734}"/>
              </a:ext>
            </a:extLst>
          </p:cNvPr>
          <p:cNvPicPr>
            <a:picLocks noChangeAspect="1"/>
          </p:cNvPicPr>
          <p:nvPr/>
        </p:nvPicPr>
        <p:blipFill>
          <a:blip r:embed="rId5"/>
          <a:stretch>
            <a:fillRect/>
          </a:stretch>
        </p:blipFill>
        <p:spPr>
          <a:xfrm>
            <a:off x="2339866" y="4681024"/>
            <a:ext cx="7512268" cy="2173899"/>
          </a:xfrm>
          <a:prstGeom prst="rect">
            <a:avLst/>
          </a:prstGeom>
        </p:spPr>
      </p:pic>
      <p:pic>
        <p:nvPicPr>
          <p:cNvPr id="14" name="Afbeelding 13">
            <a:extLst>
              <a:ext uri="{FF2B5EF4-FFF2-40B4-BE49-F238E27FC236}">
                <a16:creationId xmlns:a16="http://schemas.microsoft.com/office/drawing/2014/main" id="{5B968851-7215-71F6-055B-1ACFC13D8BF8}"/>
              </a:ext>
            </a:extLst>
          </p:cNvPr>
          <p:cNvPicPr>
            <a:picLocks noChangeAspect="1"/>
          </p:cNvPicPr>
          <p:nvPr/>
        </p:nvPicPr>
        <p:blipFill>
          <a:blip r:embed="rId6"/>
          <a:stretch>
            <a:fillRect/>
          </a:stretch>
        </p:blipFill>
        <p:spPr>
          <a:xfrm>
            <a:off x="9266499" y="131504"/>
            <a:ext cx="2925501" cy="2045472"/>
          </a:xfrm>
          <a:prstGeom prst="rect">
            <a:avLst/>
          </a:prstGeom>
        </p:spPr>
      </p:pic>
      <p:pic>
        <p:nvPicPr>
          <p:cNvPr id="16" name="Afbeelding 15">
            <a:extLst>
              <a:ext uri="{FF2B5EF4-FFF2-40B4-BE49-F238E27FC236}">
                <a16:creationId xmlns:a16="http://schemas.microsoft.com/office/drawing/2014/main" id="{7C41171E-72E1-FBA9-6C23-1D93E5933153}"/>
              </a:ext>
            </a:extLst>
          </p:cNvPr>
          <p:cNvPicPr>
            <a:picLocks noChangeAspect="1"/>
          </p:cNvPicPr>
          <p:nvPr/>
        </p:nvPicPr>
        <p:blipFill>
          <a:blip r:embed="rId7"/>
          <a:stretch>
            <a:fillRect/>
          </a:stretch>
        </p:blipFill>
        <p:spPr>
          <a:xfrm>
            <a:off x="2793558" y="2476578"/>
            <a:ext cx="6604879" cy="2143561"/>
          </a:xfrm>
          <a:prstGeom prst="rect">
            <a:avLst/>
          </a:prstGeom>
        </p:spPr>
      </p:pic>
      <p:sp>
        <p:nvSpPr>
          <p:cNvPr id="17" name="Tekstvak 16">
            <a:extLst>
              <a:ext uri="{FF2B5EF4-FFF2-40B4-BE49-F238E27FC236}">
                <a16:creationId xmlns:a16="http://schemas.microsoft.com/office/drawing/2014/main" id="{25D7C272-3D77-E72A-248A-2BE65A9A4416}"/>
              </a:ext>
            </a:extLst>
          </p:cNvPr>
          <p:cNvSpPr txBox="1"/>
          <p:nvPr/>
        </p:nvSpPr>
        <p:spPr>
          <a:xfrm>
            <a:off x="914400" y="411061"/>
            <a:ext cx="1879158" cy="923330"/>
          </a:xfrm>
          <a:prstGeom prst="rect">
            <a:avLst/>
          </a:prstGeom>
          <a:noFill/>
        </p:spPr>
        <p:txBody>
          <a:bodyPr wrap="square" rtlCol="0">
            <a:spAutoFit/>
          </a:bodyPr>
          <a:lstStyle/>
          <a:p>
            <a:r>
              <a:rPr lang="nl-NL" dirty="0" err="1"/>
              <a:t>Round</a:t>
            </a:r>
            <a:r>
              <a:rPr lang="nl-NL" dirty="0"/>
              <a:t> 1 </a:t>
            </a:r>
          </a:p>
          <a:p>
            <a:r>
              <a:rPr lang="nl-NL" dirty="0"/>
              <a:t>For </a:t>
            </a:r>
            <a:r>
              <a:rPr lang="nl-NL" dirty="0" err="1"/>
              <a:t>all</a:t>
            </a:r>
            <a:r>
              <a:rPr lang="nl-NL" dirty="0"/>
              <a:t> </a:t>
            </a:r>
            <a:r>
              <a:rPr lang="nl-NL" dirty="0" err="1"/>
              <a:t>sessions</a:t>
            </a:r>
            <a:endParaRPr lang="nl-NL" dirty="0"/>
          </a:p>
          <a:p>
            <a:endParaRPr lang="nl-NL" dirty="0"/>
          </a:p>
        </p:txBody>
      </p:sp>
    </p:spTree>
    <p:extLst>
      <p:ext uri="{BB962C8B-B14F-4D97-AF65-F5344CB8AC3E}">
        <p14:creationId xmlns:p14="http://schemas.microsoft.com/office/powerpoint/2010/main" val="1199507055"/>
      </p:ext>
    </p:extLst>
  </p:cSld>
  <p:clrMapOvr>
    <a:overrideClrMapping bg1="lt1" tx1="dk1" bg2="lt2" tx2="dk2" accent1="accent1" accent2="accent2" accent3="accent3" accent4="accent4" accent5="accent5" accent6="accent6" hlink="hlink" folHlink="folHlink"/>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47FF271-7DB5-E5D5-A429-4ECF8613F5A8}"/>
            </a:ext>
          </a:extLst>
        </p:cNvPr>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2DC2AECC-D31D-EE54-44D0-07F58F3FB19D}"/>
              </a:ext>
            </a:extLst>
          </p:cNvPr>
          <p:cNvSpPr>
            <a:spLocks noGrp="1"/>
          </p:cNvSpPr>
          <p:nvPr>
            <p:ph type="sldNum" sz="quarter" idx="15"/>
          </p:nvPr>
        </p:nvSpPr>
        <p:spPr/>
        <p:txBody>
          <a:bodyPr/>
          <a:lstStyle/>
          <a:p>
            <a:pPr rtl="0"/>
            <a:fld id="{18D65601-5AE2-46FC-B138-694DDD2B510D}" type="slidenum">
              <a:rPr lang="nl-NL" smtClean="0"/>
              <a:pPr rtl="0"/>
              <a:t>5</a:t>
            </a:fld>
            <a:endParaRPr lang="nl-NL" dirty="0"/>
          </a:p>
        </p:txBody>
      </p:sp>
      <p:pic>
        <p:nvPicPr>
          <p:cNvPr id="14" name="Afbeelding 13">
            <a:extLst>
              <a:ext uri="{FF2B5EF4-FFF2-40B4-BE49-F238E27FC236}">
                <a16:creationId xmlns:a16="http://schemas.microsoft.com/office/drawing/2014/main" id="{98A95CC0-F515-6A7C-6A24-46045ED512CD}"/>
              </a:ext>
            </a:extLst>
          </p:cNvPr>
          <p:cNvPicPr>
            <a:picLocks noChangeAspect="1"/>
          </p:cNvPicPr>
          <p:nvPr/>
        </p:nvPicPr>
        <p:blipFill>
          <a:blip r:embed="rId3"/>
          <a:stretch>
            <a:fillRect/>
          </a:stretch>
        </p:blipFill>
        <p:spPr>
          <a:xfrm>
            <a:off x="9266499" y="131504"/>
            <a:ext cx="2925501" cy="2045472"/>
          </a:xfrm>
          <a:prstGeom prst="rect">
            <a:avLst/>
          </a:prstGeom>
        </p:spPr>
      </p:pic>
      <p:sp>
        <p:nvSpPr>
          <p:cNvPr id="17" name="Tekstvak 16">
            <a:extLst>
              <a:ext uri="{FF2B5EF4-FFF2-40B4-BE49-F238E27FC236}">
                <a16:creationId xmlns:a16="http://schemas.microsoft.com/office/drawing/2014/main" id="{9C82B10F-2BAE-C0A4-7F51-357562D43C46}"/>
              </a:ext>
            </a:extLst>
          </p:cNvPr>
          <p:cNvSpPr txBox="1"/>
          <p:nvPr/>
        </p:nvSpPr>
        <p:spPr>
          <a:xfrm>
            <a:off x="914400" y="411061"/>
            <a:ext cx="1879158" cy="923330"/>
          </a:xfrm>
          <a:prstGeom prst="rect">
            <a:avLst/>
          </a:prstGeom>
          <a:noFill/>
        </p:spPr>
        <p:txBody>
          <a:bodyPr wrap="square" rtlCol="0">
            <a:spAutoFit/>
          </a:bodyPr>
          <a:lstStyle/>
          <a:p>
            <a:r>
              <a:rPr lang="nl-NL" dirty="0" err="1"/>
              <a:t>Round</a:t>
            </a:r>
            <a:r>
              <a:rPr lang="nl-NL" dirty="0"/>
              <a:t> 2 </a:t>
            </a:r>
          </a:p>
          <a:p>
            <a:r>
              <a:rPr lang="nl-NL" dirty="0"/>
              <a:t>For </a:t>
            </a:r>
            <a:r>
              <a:rPr lang="nl-NL" dirty="0" err="1"/>
              <a:t>all</a:t>
            </a:r>
            <a:r>
              <a:rPr lang="nl-NL" dirty="0"/>
              <a:t> </a:t>
            </a:r>
            <a:r>
              <a:rPr lang="nl-NL" dirty="0" err="1"/>
              <a:t>sessions</a:t>
            </a:r>
            <a:endParaRPr lang="nl-NL" dirty="0"/>
          </a:p>
          <a:p>
            <a:endParaRPr lang="nl-NL" dirty="0"/>
          </a:p>
        </p:txBody>
      </p:sp>
      <p:pic>
        <p:nvPicPr>
          <p:cNvPr id="3" name="Afbeelding 2">
            <a:extLst>
              <a:ext uri="{FF2B5EF4-FFF2-40B4-BE49-F238E27FC236}">
                <a16:creationId xmlns:a16="http://schemas.microsoft.com/office/drawing/2014/main" id="{CDA67EBB-DA4A-65EB-CF5D-4E77F8AEE341}"/>
              </a:ext>
            </a:extLst>
          </p:cNvPr>
          <p:cNvPicPr>
            <a:picLocks noChangeAspect="1"/>
          </p:cNvPicPr>
          <p:nvPr/>
        </p:nvPicPr>
        <p:blipFill>
          <a:blip r:embed="rId4"/>
          <a:stretch>
            <a:fillRect/>
          </a:stretch>
        </p:blipFill>
        <p:spPr>
          <a:xfrm>
            <a:off x="2970463" y="0"/>
            <a:ext cx="6251067" cy="2415692"/>
          </a:xfrm>
          <a:prstGeom prst="rect">
            <a:avLst/>
          </a:prstGeom>
        </p:spPr>
      </p:pic>
      <p:pic>
        <p:nvPicPr>
          <p:cNvPr id="9" name="Afbeelding 8">
            <a:extLst>
              <a:ext uri="{FF2B5EF4-FFF2-40B4-BE49-F238E27FC236}">
                <a16:creationId xmlns:a16="http://schemas.microsoft.com/office/drawing/2014/main" id="{CE6A19DA-DE36-2118-68D2-521FD42A4DA1}"/>
              </a:ext>
            </a:extLst>
          </p:cNvPr>
          <p:cNvPicPr>
            <a:picLocks noChangeAspect="1"/>
          </p:cNvPicPr>
          <p:nvPr/>
        </p:nvPicPr>
        <p:blipFill>
          <a:blip r:embed="rId5"/>
          <a:stretch>
            <a:fillRect/>
          </a:stretch>
        </p:blipFill>
        <p:spPr>
          <a:xfrm>
            <a:off x="2793556" y="2459695"/>
            <a:ext cx="6604879" cy="2177326"/>
          </a:xfrm>
          <a:prstGeom prst="rect">
            <a:avLst/>
          </a:prstGeom>
        </p:spPr>
      </p:pic>
      <p:pic>
        <p:nvPicPr>
          <p:cNvPr id="15" name="Afbeelding 14">
            <a:extLst>
              <a:ext uri="{FF2B5EF4-FFF2-40B4-BE49-F238E27FC236}">
                <a16:creationId xmlns:a16="http://schemas.microsoft.com/office/drawing/2014/main" id="{8EF9E3A3-A2C8-CCD6-F6B8-BB158629CDBB}"/>
              </a:ext>
            </a:extLst>
          </p:cNvPr>
          <p:cNvPicPr>
            <a:picLocks noChangeAspect="1"/>
          </p:cNvPicPr>
          <p:nvPr/>
        </p:nvPicPr>
        <p:blipFill>
          <a:blip r:embed="rId6"/>
          <a:stretch>
            <a:fillRect/>
          </a:stretch>
        </p:blipFill>
        <p:spPr>
          <a:xfrm>
            <a:off x="2668611" y="4711820"/>
            <a:ext cx="6854768" cy="2146180"/>
          </a:xfrm>
          <a:prstGeom prst="rect">
            <a:avLst/>
          </a:prstGeom>
        </p:spPr>
      </p:pic>
    </p:spTree>
    <p:extLst>
      <p:ext uri="{BB962C8B-B14F-4D97-AF65-F5344CB8AC3E}">
        <p14:creationId xmlns:p14="http://schemas.microsoft.com/office/powerpoint/2010/main" val="397888389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86E91D85-6315-B53D-DA1C-85B6E4CECC22}"/>
            </a:ext>
          </a:extLst>
        </p:cNvPr>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961AF892-7BF9-1239-0734-E20388CF7ECF}"/>
              </a:ext>
            </a:extLst>
          </p:cNvPr>
          <p:cNvSpPr>
            <a:spLocks noGrp="1"/>
          </p:cNvSpPr>
          <p:nvPr>
            <p:ph type="sldNum" sz="quarter" idx="15"/>
          </p:nvPr>
        </p:nvSpPr>
        <p:spPr/>
        <p:txBody>
          <a:bodyPr/>
          <a:lstStyle/>
          <a:p>
            <a:pPr rtl="0"/>
            <a:fld id="{18D65601-5AE2-46FC-B138-694DDD2B510D}" type="slidenum">
              <a:rPr lang="nl-NL" smtClean="0"/>
              <a:pPr rtl="0"/>
              <a:t>6</a:t>
            </a:fld>
            <a:endParaRPr lang="nl-NL" dirty="0"/>
          </a:p>
        </p:txBody>
      </p:sp>
      <p:pic>
        <p:nvPicPr>
          <p:cNvPr id="14" name="Afbeelding 13">
            <a:extLst>
              <a:ext uri="{FF2B5EF4-FFF2-40B4-BE49-F238E27FC236}">
                <a16:creationId xmlns:a16="http://schemas.microsoft.com/office/drawing/2014/main" id="{A47F57B9-82A4-0519-6AEE-47BA5E6242B9}"/>
              </a:ext>
            </a:extLst>
          </p:cNvPr>
          <p:cNvPicPr>
            <a:picLocks noChangeAspect="1"/>
          </p:cNvPicPr>
          <p:nvPr/>
        </p:nvPicPr>
        <p:blipFill>
          <a:blip r:embed="rId3"/>
          <a:stretch>
            <a:fillRect/>
          </a:stretch>
        </p:blipFill>
        <p:spPr>
          <a:xfrm>
            <a:off x="9266499" y="131504"/>
            <a:ext cx="2925501" cy="2045472"/>
          </a:xfrm>
          <a:prstGeom prst="rect">
            <a:avLst/>
          </a:prstGeom>
        </p:spPr>
      </p:pic>
      <p:sp>
        <p:nvSpPr>
          <p:cNvPr id="17" name="Tekstvak 16">
            <a:extLst>
              <a:ext uri="{FF2B5EF4-FFF2-40B4-BE49-F238E27FC236}">
                <a16:creationId xmlns:a16="http://schemas.microsoft.com/office/drawing/2014/main" id="{2F5FCE1A-8732-636C-6B8E-F5C49BF07A77}"/>
              </a:ext>
            </a:extLst>
          </p:cNvPr>
          <p:cNvSpPr txBox="1"/>
          <p:nvPr/>
        </p:nvSpPr>
        <p:spPr>
          <a:xfrm>
            <a:off x="914400" y="411061"/>
            <a:ext cx="1879158" cy="923330"/>
          </a:xfrm>
          <a:prstGeom prst="rect">
            <a:avLst/>
          </a:prstGeom>
          <a:noFill/>
        </p:spPr>
        <p:txBody>
          <a:bodyPr wrap="square" rtlCol="0">
            <a:spAutoFit/>
          </a:bodyPr>
          <a:lstStyle/>
          <a:p>
            <a:r>
              <a:rPr lang="nl-NL" dirty="0" err="1"/>
              <a:t>Round</a:t>
            </a:r>
            <a:r>
              <a:rPr lang="nl-NL" dirty="0"/>
              <a:t> 3</a:t>
            </a:r>
          </a:p>
          <a:p>
            <a:r>
              <a:rPr lang="nl-NL" dirty="0"/>
              <a:t>For </a:t>
            </a:r>
            <a:r>
              <a:rPr lang="nl-NL" dirty="0" err="1"/>
              <a:t>all</a:t>
            </a:r>
            <a:r>
              <a:rPr lang="nl-NL" dirty="0"/>
              <a:t> </a:t>
            </a:r>
            <a:r>
              <a:rPr lang="nl-NL" dirty="0" err="1"/>
              <a:t>sessions</a:t>
            </a:r>
            <a:endParaRPr lang="nl-NL" dirty="0"/>
          </a:p>
          <a:p>
            <a:endParaRPr lang="nl-NL" dirty="0"/>
          </a:p>
        </p:txBody>
      </p:sp>
      <p:pic>
        <p:nvPicPr>
          <p:cNvPr id="5" name="Afbeelding 4">
            <a:extLst>
              <a:ext uri="{FF2B5EF4-FFF2-40B4-BE49-F238E27FC236}">
                <a16:creationId xmlns:a16="http://schemas.microsoft.com/office/drawing/2014/main" id="{34CA726B-66DE-922D-6E39-BEC18F0A6198}"/>
              </a:ext>
            </a:extLst>
          </p:cNvPr>
          <p:cNvPicPr>
            <a:picLocks noChangeAspect="1"/>
          </p:cNvPicPr>
          <p:nvPr/>
        </p:nvPicPr>
        <p:blipFill>
          <a:blip r:embed="rId4"/>
          <a:stretch>
            <a:fillRect/>
          </a:stretch>
        </p:blipFill>
        <p:spPr>
          <a:xfrm>
            <a:off x="2853018" y="-6791"/>
            <a:ext cx="6119585" cy="2363079"/>
          </a:xfrm>
          <a:prstGeom prst="rect">
            <a:avLst/>
          </a:prstGeom>
        </p:spPr>
      </p:pic>
      <p:pic>
        <p:nvPicPr>
          <p:cNvPr id="7" name="Afbeelding 6">
            <a:extLst>
              <a:ext uri="{FF2B5EF4-FFF2-40B4-BE49-F238E27FC236}">
                <a16:creationId xmlns:a16="http://schemas.microsoft.com/office/drawing/2014/main" id="{FC3EB3E2-1551-CB64-49D1-49499AEB16A6}"/>
              </a:ext>
            </a:extLst>
          </p:cNvPr>
          <p:cNvPicPr>
            <a:picLocks noChangeAspect="1"/>
          </p:cNvPicPr>
          <p:nvPr/>
        </p:nvPicPr>
        <p:blipFill>
          <a:blip r:embed="rId5"/>
          <a:stretch>
            <a:fillRect/>
          </a:stretch>
        </p:blipFill>
        <p:spPr>
          <a:xfrm>
            <a:off x="2525086" y="2440747"/>
            <a:ext cx="6741413" cy="2199151"/>
          </a:xfrm>
          <a:prstGeom prst="rect">
            <a:avLst/>
          </a:prstGeom>
        </p:spPr>
      </p:pic>
      <p:pic>
        <p:nvPicPr>
          <p:cNvPr id="10" name="Afbeelding 9">
            <a:extLst>
              <a:ext uri="{FF2B5EF4-FFF2-40B4-BE49-F238E27FC236}">
                <a16:creationId xmlns:a16="http://schemas.microsoft.com/office/drawing/2014/main" id="{F23479C2-5EF3-FA7C-836A-43A9DE0A40F5}"/>
              </a:ext>
            </a:extLst>
          </p:cNvPr>
          <p:cNvPicPr>
            <a:picLocks noChangeAspect="1"/>
          </p:cNvPicPr>
          <p:nvPr/>
        </p:nvPicPr>
        <p:blipFill>
          <a:blip r:embed="rId6"/>
          <a:stretch>
            <a:fillRect/>
          </a:stretch>
        </p:blipFill>
        <p:spPr>
          <a:xfrm>
            <a:off x="2410742" y="4681025"/>
            <a:ext cx="7004136" cy="2178157"/>
          </a:xfrm>
          <a:prstGeom prst="rect">
            <a:avLst/>
          </a:prstGeom>
        </p:spPr>
      </p:pic>
    </p:spTree>
    <p:extLst>
      <p:ext uri="{BB962C8B-B14F-4D97-AF65-F5344CB8AC3E}">
        <p14:creationId xmlns:p14="http://schemas.microsoft.com/office/powerpoint/2010/main" val="213735421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23B97784-C5E4-CD9E-1A72-946CD7E41A8E}"/>
            </a:ext>
          </a:extLst>
        </p:cNvPr>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E3F88AF9-DADB-B908-4B06-18A8CA157752}"/>
              </a:ext>
            </a:extLst>
          </p:cNvPr>
          <p:cNvSpPr>
            <a:spLocks noGrp="1"/>
          </p:cNvSpPr>
          <p:nvPr>
            <p:ph type="sldNum" sz="quarter" idx="15"/>
          </p:nvPr>
        </p:nvSpPr>
        <p:spPr/>
        <p:txBody>
          <a:bodyPr/>
          <a:lstStyle/>
          <a:p>
            <a:pPr rtl="0"/>
            <a:fld id="{18D65601-5AE2-46FC-B138-694DDD2B510D}" type="slidenum">
              <a:rPr lang="nl-NL" smtClean="0"/>
              <a:pPr rtl="0"/>
              <a:t>7</a:t>
            </a:fld>
            <a:endParaRPr lang="nl-NL" dirty="0"/>
          </a:p>
        </p:txBody>
      </p:sp>
      <p:pic>
        <p:nvPicPr>
          <p:cNvPr id="14" name="Afbeelding 13">
            <a:extLst>
              <a:ext uri="{FF2B5EF4-FFF2-40B4-BE49-F238E27FC236}">
                <a16:creationId xmlns:a16="http://schemas.microsoft.com/office/drawing/2014/main" id="{877B1B9C-AF26-36C0-9BD1-59E14E2EB6FC}"/>
              </a:ext>
            </a:extLst>
          </p:cNvPr>
          <p:cNvPicPr>
            <a:picLocks noChangeAspect="1"/>
          </p:cNvPicPr>
          <p:nvPr/>
        </p:nvPicPr>
        <p:blipFill>
          <a:blip r:embed="rId3"/>
          <a:stretch>
            <a:fillRect/>
          </a:stretch>
        </p:blipFill>
        <p:spPr>
          <a:xfrm>
            <a:off x="9266499" y="131504"/>
            <a:ext cx="2925501" cy="2045472"/>
          </a:xfrm>
          <a:prstGeom prst="rect">
            <a:avLst/>
          </a:prstGeom>
        </p:spPr>
      </p:pic>
      <p:sp>
        <p:nvSpPr>
          <p:cNvPr id="17" name="Tekstvak 16">
            <a:extLst>
              <a:ext uri="{FF2B5EF4-FFF2-40B4-BE49-F238E27FC236}">
                <a16:creationId xmlns:a16="http://schemas.microsoft.com/office/drawing/2014/main" id="{C54E0071-7D68-ED25-66F8-B34FD594A6E0}"/>
              </a:ext>
            </a:extLst>
          </p:cNvPr>
          <p:cNvSpPr txBox="1"/>
          <p:nvPr/>
        </p:nvSpPr>
        <p:spPr>
          <a:xfrm>
            <a:off x="914400" y="411061"/>
            <a:ext cx="3830320" cy="923330"/>
          </a:xfrm>
          <a:prstGeom prst="rect">
            <a:avLst/>
          </a:prstGeom>
          <a:noFill/>
        </p:spPr>
        <p:txBody>
          <a:bodyPr wrap="square" rtlCol="0">
            <a:spAutoFit/>
          </a:bodyPr>
          <a:lstStyle/>
          <a:p>
            <a:r>
              <a:rPr lang="nl-NL" dirty="0" err="1"/>
              <a:t>Round</a:t>
            </a:r>
            <a:r>
              <a:rPr lang="nl-NL" dirty="0"/>
              <a:t> 4</a:t>
            </a:r>
          </a:p>
          <a:p>
            <a:r>
              <a:rPr lang="nl-NL" dirty="0"/>
              <a:t>For </a:t>
            </a:r>
            <a:r>
              <a:rPr lang="nl-NL" dirty="0" err="1"/>
              <a:t>two</a:t>
            </a:r>
            <a:r>
              <a:rPr lang="nl-NL" dirty="0"/>
              <a:t> </a:t>
            </a:r>
            <a:r>
              <a:rPr lang="nl-NL" dirty="0" err="1"/>
              <a:t>sessions</a:t>
            </a:r>
            <a:endParaRPr lang="nl-NL" dirty="0"/>
          </a:p>
          <a:p>
            <a:endParaRPr lang="nl-NL" dirty="0"/>
          </a:p>
        </p:txBody>
      </p:sp>
      <p:pic>
        <p:nvPicPr>
          <p:cNvPr id="3" name="Afbeelding 2">
            <a:extLst>
              <a:ext uri="{FF2B5EF4-FFF2-40B4-BE49-F238E27FC236}">
                <a16:creationId xmlns:a16="http://schemas.microsoft.com/office/drawing/2014/main" id="{8B90C96D-D0FB-B8BC-7264-7E75C7BD62ED}"/>
              </a:ext>
            </a:extLst>
          </p:cNvPr>
          <p:cNvPicPr>
            <a:picLocks noChangeAspect="1"/>
          </p:cNvPicPr>
          <p:nvPr/>
        </p:nvPicPr>
        <p:blipFill>
          <a:blip r:embed="rId4"/>
          <a:stretch>
            <a:fillRect/>
          </a:stretch>
        </p:blipFill>
        <p:spPr>
          <a:xfrm>
            <a:off x="1506339" y="1154240"/>
            <a:ext cx="7560079" cy="2492272"/>
          </a:xfrm>
          <a:prstGeom prst="rect">
            <a:avLst/>
          </a:prstGeom>
        </p:spPr>
      </p:pic>
      <p:pic>
        <p:nvPicPr>
          <p:cNvPr id="8" name="Afbeelding 7">
            <a:extLst>
              <a:ext uri="{FF2B5EF4-FFF2-40B4-BE49-F238E27FC236}">
                <a16:creationId xmlns:a16="http://schemas.microsoft.com/office/drawing/2014/main" id="{02051C95-781F-26E4-1798-973B2808D1F5}"/>
              </a:ext>
            </a:extLst>
          </p:cNvPr>
          <p:cNvPicPr>
            <a:picLocks noChangeAspect="1"/>
          </p:cNvPicPr>
          <p:nvPr/>
        </p:nvPicPr>
        <p:blipFill>
          <a:blip r:embed="rId5"/>
          <a:stretch>
            <a:fillRect/>
          </a:stretch>
        </p:blipFill>
        <p:spPr>
          <a:xfrm>
            <a:off x="1444548" y="3954667"/>
            <a:ext cx="7683660" cy="2492272"/>
          </a:xfrm>
          <a:prstGeom prst="rect">
            <a:avLst/>
          </a:prstGeom>
        </p:spPr>
      </p:pic>
    </p:spTree>
    <p:extLst>
      <p:ext uri="{BB962C8B-B14F-4D97-AF65-F5344CB8AC3E}">
        <p14:creationId xmlns:p14="http://schemas.microsoft.com/office/powerpoint/2010/main" val="173325023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4C0FEFBF-60FD-0161-6F6E-89EE39389CEE}"/>
              </a:ext>
            </a:extLst>
          </p:cNvPr>
          <p:cNvSpPr>
            <a:spLocks noGrp="1"/>
          </p:cNvSpPr>
          <p:nvPr>
            <p:ph type="title"/>
          </p:nvPr>
        </p:nvSpPr>
        <p:spPr>
          <a:xfrm>
            <a:off x="1353827" y="3508311"/>
            <a:ext cx="9923770" cy="1438762"/>
          </a:xfrm>
        </p:spPr>
        <p:txBody>
          <a:bodyPr rtlCol="0" anchor="b">
            <a:normAutofit/>
          </a:bodyPr>
          <a:lstStyle>
            <a:defPPr>
              <a:defRPr lang="nl-NL"/>
            </a:defPPr>
          </a:lstStyle>
          <a:p>
            <a:pPr rtl="0"/>
            <a:r>
              <a:rPr lang="nl-NL" dirty="0"/>
              <a:t>Impact of welfare type on </a:t>
            </a:r>
            <a:r>
              <a:rPr lang="nl-NL" dirty="0" err="1"/>
              <a:t>added</a:t>
            </a:r>
            <a:r>
              <a:rPr lang="nl-NL" dirty="0"/>
              <a:t> </a:t>
            </a:r>
            <a:r>
              <a:rPr lang="nl-NL" dirty="0" err="1"/>
              <a:t>housing</a:t>
            </a:r>
            <a:r>
              <a:rPr lang="nl-NL" dirty="0"/>
              <a:t> </a:t>
            </a:r>
            <a:r>
              <a:rPr lang="nl-NL" dirty="0" err="1"/>
              <a:t>protection</a:t>
            </a:r>
            <a:r>
              <a:rPr lang="nl-NL" dirty="0"/>
              <a:t> per living area</a:t>
            </a:r>
          </a:p>
        </p:txBody>
      </p:sp>
      <p:pic>
        <p:nvPicPr>
          <p:cNvPr id="3" name="Afbeelding 2">
            <a:extLst>
              <a:ext uri="{FF2B5EF4-FFF2-40B4-BE49-F238E27FC236}">
                <a16:creationId xmlns:a16="http://schemas.microsoft.com/office/drawing/2014/main" id="{A00D5FE9-87B5-8EFD-7D52-EA73C93BA999}"/>
              </a:ext>
            </a:extLst>
          </p:cNvPr>
          <p:cNvPicPr>
            <a:picLocks noChangeAspect="1"/>
          </p:cNvPicPr>
          <p:nvPr/>
        </p:nvPicPr>
        <p:blipFill>
          <a:blip r:embed="rId3"/>
          <a:stretch>
            <a:fillRect/>
          </a:stretch>
        </p:blipFill>
        <p:spPr>
          <a:xfrm>
            <a:off x="3379926" y="0"/>
            <a:ext cx="5433343" cy="3429000"/>
          </a:xfrm>
          <a:prstGeom prst="rect">
            <a:avLst/>
          </a:prstGeom>
          <a:noFill/>
        </p:spPr>
      </p:pic>
      <p:sp>
        <p:nvSpPr>
          <p:cNvPr id="8" name="Tijdelijke aanduiding voor tekst 7">
            <a:extLst>
              <a:ext uri="{FF2B5EF4-FFF2-40B4-BE49-F238E27FC236}">
                <a16:creationId xmlns:a16="http://schemas.microsoft.com/office/drawing/2014/main" id="{DD542008-8017-76E5-ABC0-32401068875D}"/>
              </a:ext>
            </a:extLst>
          </p:cNvPr>
          <p:cNvSpPr>
            <a:spLocks noGrp="1"/>
          </p:cNvSpPr>
          <p:nvPr>
            <p:ph type="body" sz="quarter" idx="12"/>
          </p:nvPr>
        </p:nvSpPr>
        <p:spPr>
          <a:xfrm>
            <a:off x="1353828" y="5228488"/>
            <a:ext cx="9923770" cy="1368256"/>
          </a:xfrm>
        </p:spPr>
        <p:txBody>
          <a:bodyPr rtlCol="0" anchor="t">
            <a:normAutofit/>
          </a:bodyPr>
          <a:lstStyle>
            <a:defPPr>
              <a:defRPr lang="nl-NL"/>
            </a:defPPr>
          </a:lstStyle>
          <a:p>
            <a:pPr>
              <a:spcAft>
                <a:spcPts val="600"/>
              </a:spcAft>
            </a:pPr>
            <a:r>
              <a:rPr lang="en-US" dirty="0"/>
              <a:t>This chart shows how different welfare types contribute to housing across the three living area’s. It helps you see which welfare group invests the most in each place and whether certain environments trigger higher improvements. This makes it easy to spot patterns, compare groups, and identify which locations benefit the most.</a:t>
            </a:r>
            <a:endParaRPr lang="nl-NL"/>
          </a:p>
        </p:txBody>
      </p:sp>
    </p:spTree>
    <p:extLst>
      <p:ext uri="{BB962C8B-B14F-4D97-AF65-F5344CB8AC3E}">
        <p14:creationId xmlns:p14="http://schemas.microsoft.com/office/powerpoint/2010/main" val="342168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E94F757F-F204-82E0-D5A4-9772192E7A70}"/>
              </a:ext>
            </a:extLst>
          </p:cNvPr>
          <p:cNvPicPr>
            <a:picLocks noChangeAspect="1"/>
          </p:cNvPicPr>
          <p:nvPr/>
        </p:nvPicPr>
        <p:blipFill>
          <a:blip r:embed="rId3"/>
          <a:stretch>
            <a:fillRect/>
          </a:stretch>
        </p:blipFill>
        <p:spPr>
          <a:xfrm>
            <a:off x="1" y="0"/>
            <a:ext cx="5264306" cy="3322320"/>
          </a:xfrm>
          <a:prstGeom prst="rect">
            <a:avLst/>
          </a:prstGeom>
          <a:noFill/>
        </p:spPr>
      </p:pic>
      <p:pic>
        <p:nvPicPr>
          <p:cNvPr id="14" name="Afbeelding 13">
            <a:extLst>
              <a:ext uri="{FF2B5EF4-FFF2-40B4-BE49-F238E27FC236}">
                <a16:creationId xmlns:a16="http://schemas.microsoft.com/office/drawing/2014/main" id="{986AA8F4-EED3-2C21-25B6-FE744157523B}"/>
              </a:ext>
            </a:extLst>
          </p:cNvPr>
          <p:cNvPicPr>
            <a:picLocks noChangeAspect="1"/>
          </p:cNvPicPr>
          <p:nvPr/>
        </p:nvPicPr>
        <p:blipFill>
          <a:blip r:embed="rId4"/>
          <a:stretch>
            <a:fillRect/>
          </a:stretch>
        </p:blipFill>
        <p:spPr>
          <a:xfrm>
            <a:off x="3738880" y="3581296"/>
            <a:ext cx="4558166" cy="3276704"/>
          </a:xfrm>
          <a:prstGeom prst="rect">
            <a:avLst/>
          </a:prstGeom>
        </p:spPr>
      </p:pic>
      <p:pic>
        <p:nvPicPr>
          <p:cNvPr id="16" name="Afbeelding 15">
            <a:extLst>
              <a:ext uri="{FF2B5EF4-FFF2-40B4-BE49-F238E27FC236}">
                <a16:creationId xmlns:a16="http://schemas.microsoft.com/office/drawing/2014/main" id="{6CBB7868-46B5-2F60-4664-2D0A332F5414}"/>
              </a:ext>
            </a:extLst>
          </p:cNvPr>
          <p:cNvPicPr>
            <a:picLocks noChangeAspect="1"/>
          </p:cNvPicPr>
          <p:nvPr/>
        </p:nvPicPr>
        <p:blipFill>
          <a:blip r:embed="rId5"/>
          <a:stretch>
            <a:fillRect/>
          </a:stretch>
        </p:blipFill>
        <p:spPr>
          <a:xfrm>
            <a:off x="6927693" y="0"/>
            <a:ext cx="5264306" cy="3322320"/>
          </a:xfrm>
          <a:prstGeom prst="rect">
            <a:avLst/>
          </a:prstGeom>
        </p:spPr>
      </p:pic>
      <p:sp>
        <p:nvSpPr>
          <p:cNvPr id="17" name="Tekstvak 16">
            <a:extLst>
              <a:ext uri="{FF2B5EF4-FFF2-40B4-BE49-F238E27FC236}">
                <a16:creationId xmlns:a16="http://schemas.microsoft.com/office/drawing/2014/main" id="{1B6C5F22-D7DC-81DC-338E-B7825966C073}"/>
              </a:ext>
            </a:extLst>
          </p:cNvPr>
          <p:cNvSpPr txBox="1"/>
          <p:nvPr/>
        </p:nvSpPr>
        <p:spPr>
          <a:xfrm>
            <a:off x="8839200" y="4876800"/>
            <a:ext cx="3185487" cy="923330"/>
          </a:xfrm>
          <a:prstGeom prst="rect">
            <a:avLst/>
          </a:prstGeom>
          <a:noFill/>
        </p:spPr>
        <p:txBody>
          <a:bodyPr wrap="none" rtlCol="0">
            <a:spAutoFit/>
          </a:bodyPr>
          <a:lstStyle/>
          <a:p>
            <a:r>
              <a:rPr lang="nl-NL" dirty="0" err="1"/>
              <a:t>Added</a:t>
            </a:r>
            <a:r>
              <a:rPr lang="nl-NL" dirty="0"/>
              <a:t> </a:t>
            </a:r>
            <a:r>
              <a:rPr lang="nl-NL" dirty="0" err="1"/>
              <a:t>protection</a:t>
            </a:r>
            <a:r>
              <a:rPr lang="nl-NL" dirty="0"/>
              <a:t> per living </a:t>
            </a:r>
          </a:p>
          <a:p>
            <a:r>
              <a:rPr lang="nl-NL" dirty="0"/>
              <a:t>area </a:t>
            </a:r>
            <a:r>
              <a:rPr lang="nl-NL" dirty="0" err="1"/>
              <a:t>during</a:t>
            </a:r>
            <a:r>
              <a:rPr lang="nl-NL" dirty="0"/>
              <a:t> </a:t>
            </a:r>
            <a:r>
              <a:rPr lang="nl-NL" dirty="0" err="1"/>
              <a:t>the</a:t>
            </a:r>
            <a:r>
              <a:rPr lang="nl-NL" dirty="0"/>
              <a:t> </a:t>
            </a:r>
            <a:r>
              <a:rPr lang="nl-NL" dirty="0" err="1"/>
              <a:t>whole</a:t>
            </a:r>
            <a:r>
              <a:rPr lang="nl-NL" dirty="0"/>
              <a:t> game. </a:t>
            </a:r>
          </a:p>
          <a:p>
            <a:r>
              <a:rPr lang="nl-NL" dirty="0"/>
              <a:t>For </a:t>
            </a:r>
            <a:r>
              <a:rPr lang="nl-NL" dirty="0" err="1"/>
              <a:t>all</a:t>
            </a:r>
            <a:r>
              <a:rPr lang="nl-NL" dirty="0"/>
              <a:t> 3 </a:t>
            </a:r>
            <a:r>
              <a:rPr lang="nl-NL" dirty="0" err="1"/>
              <a:t>sessions</a:t>
            </a:r>
            <a:endParaRPr lang="nl-NL" dirty="0"/>
          </a:p>
        </p:txBody>
      </p:sp>
    </p:spTree>
    <p:extLst>
      <p:ext uri="{BB962C8B-B14F-4D97-AF65-F5344CB8AC3E}">
        <p14:creationId xmlns:p14="http://schemas.microsoft.com/office/powerpoint/2010/main" val="3752118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B20FEF7-3614-D077-DEB1-C550EE7E5092}"/>
              </a:ext>
            </a:extLst>
          </p:cNvPr>
          <p:cNvSpPr>
            <a:spLocks noGrp="1"/>
          </p:cNvSpPr>
          <p:nvPr>
            <p:ph type="title"/>
          </p:nvPr>
        </p:nvSpPr>
        <p:spPr>
          <a:xfrm>
            <a:off x="1353827" y="3508311"/>
            <a:ext cx="9923770" cy="1438762"/>
          </a:xfrm>
        </p:spPr>
        <p:txBody>
          <a:bodyPr/>
          <a:lstStyle/>
          <a:p>
            <a:r>
              <a:rPr lang="en-US" dirty="0"/>
              <a:t>Spending priorities and satisfaction across welfare types</a:t>
            </a:r>
          </a:p>
        </p:txBody>
      </p:sp>
      <p:pic>
        <p:nvPicPr>
          <p:cNvPr id="6" name="Afbeelding 5">
            <a:extLst>
              <a:ext uri="{FF2B5EF4-FFF2-40B4-BE49-F238E27FC236}">
                <a16:creationId xmlns:a16="http://schemas.microsoft.com/office/drawing/2014/main" id="{85C993CE-AA1A-02FA-C7A2-E8E35BC2181D}"/>
              </a:ext>
            </a:extLst>
          </p:cNvPr>
          <p:cNvPicPr>
            <a:picLocks noChangeAspect="1"/>
          </p:cNvPicPr>
          <p:nvPr/>
        </p:nvPicPr>
        <p:blipFill>
          <a:blip r:embed="rId2"/>
          <a:stretch>
            <a:fillRect/>
          </a:stretch>
        </p:blipFill>
        <p:spPr>
          <a:xfrm>
            <a:off x="1493912" y="0"/>
            <a:ext cx="9205370" cy="3429000"/>
          </a:xfrm>
          <a:prstGeom prst="rect">
            <a:avLst/>
          </a:prstGeom>
          <a:noFill/>
        </p:spPr>
      </p:pic>
      <p:sp>
        <p:nvSpPr>
          <p:cNvPr id="13" name="Text Placeholder 3">
            <a:extLst>
              <a:ext uri="{FF2B5EF4-FFF2-40B4-BE49-F238E27FC236}">
                <a16:creationId xmlns:a16="http://schemas.microsoft.com/office/drawing/2014/main" id="{319BC354-2C9B-B830-AA63-AF08B936BDA2}"/>
              </a:ext>
            </a:extLst>
          </p:cNvPr>
          <p:cNvSpPr>
            <a:spLocks noGrp="1"/>
          </p:cNvSpPr>
          <p:nvPr>
            <p:ph type="body" sz="quarter" idx="12"/>
          </p:nvPr>
        </p:nvSpPr>
        <p:spPr>
          <a:xfrm>
            <a:off x="1353828" y="5228488"/>
            <a:ext cx="9923770" cy="1368256"/>
          </a:xfrm>
        </p:spPr>
        <p:txBody>
          <a:bodyPr/>
          <a:lstStyle/>
          <a:p>
            <a:r>
              <a:rPr lang="en-US" dirty="0"/>
              <a:t>This chart shows how each welfare type divides its spending between house measures and personal measures, and how that relates to their average satisfaction. It lets you quickly see whether groups that invest more in personal measures, or more in house measures, end up being more satisfied. This makes it easy to compare strategies and spot a possible link between spending choices and outcomes.</a:t>
            </a:r>
          </a:p>
        </p:txBody>
      </p:sp>
      <p:sp>
        <p:nvSpPr>
          <p:cNvPr id="4" name="Tijdelijke aanduiding voor dianummer 3" hidden="1">
            <a:extLst>
              <a:ext uri="{FF2B5EF4-FFF2-40B4-BE49-F238E27FC236}">
                <a16:creationId xmlns:a16="http://schemas.microsoft.com/office/drawing/2014/main" id="{B3B9F385-BE8D-7547-9FD5-DC501FA65CD1}"/>
              </a:ext>
            </a:extLst>
          </p:cNvPr>
          <p:cNvSpPr>
            <a:spLocks noGrp="1"/>
          </p:cNvSpPr>
          <p:nvPr>
            <p:ph type="sldNum" sz="quarter" idx="4294967295"/>
          </p:nvPr>
        </p:nvSpPr>
        <p:spPr>
          <a:xfrm>
            <a:off x="412136" y="5943601"/>
            <a:ext cx="968983" cy="651912"/>
          </a:xfrm>
        </p:spPr>
        <p:txBody>
          <a:bodyPr/>
          <a:lstStyle/>
          <a:p>
            <a:pPr rtl="0">
              <a:spcAft>
                <a:spcPts val="600"/>
              </a:spcAft>
            </a:pPr>
            <a:fld id="{18D65601-5AE2-46FC-B138-694DDD2B510D}" type="slidenum">
              <a:rPr lang="nl-NL" smtClean="0"/>
              <a:pPr rtl="0">
                <a:spcAft>
                  <a:spcPts val="600"/>
                </a:spcAft>
              </a:pPr>
              <a:t>10</a:t>
            </a:fld>
            <a:endParaRPr lang="nl-NL"/>
          </a:p>
        </p:txBody>
      </p:sp>
    </p:spTree>
    <p:extLst>
      <p:ext uri="{BB962C8B-B14F-4D97-AF65-F5344CB8AC3E}">
        <p14:creationId xmlns:p14="http://schemas.microsoft.com/office/powerpoint/2010/main" val="370518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Tijdelijke aanduiding voor afbeelding 6">
            <a:extLst>
              <a:ext uri="{FF2B5EF4-FFF2-40B4-BE49-F238E27FC236}">
                <a16:creationId xmlns:a16="http://schemas.microsoft.com/office/drawing/2014/main" id="{D9CD8033-DB9A-3219-DFA3-FF5E9AE5E95E}"/>
              </a:ext>
            </a:extLst>
          </p:cNvPr>
          <p:cNvPicPr>
            <a:picLocks noGrp="1" noChangeAspect="1"/>
          </p:cNvPicPr>
          <p:nvPr>
            <p:ph type="pic" sz="quarter" idx="13"/>
          </p:nvPr>
        </p:nvPicPr>
        <p:blipFill>
          <a:blip r:embed="rId2"/>
          <a:srcRect t="18750" b="18750"/>
          <a:stretch/>
        </p:blipFill>
        <p:spPr>
          <a:xfrm>
            <a:off x="0" y="0"/>
            <a:ext cx="9205370" cy="3046249"/>
          </a:xfrm>
          <a:prstGeom prst="rect">
            <a:avLst/>
          </a:prstGeom>
        </p:spPr>
      </p:pic>
      <p:sp>
        <p:nvSpPr>
          <p:cNvPr id="4" name="Tijdelijke aanduiding voor tekst 3">
            <a:extLst>
              <a:ext uri="{FF2B5EF4-FFF2-40B4-BE49-F238E27FC236}">
                <a16:creationId xmlns:a16="http://schemas.microsoft.com/office/drawing/2014/main" id="{341D280C-0F87-8EFB-707F-DF04F53B1C75}"/>
              </a:ext>
            </a:extLst>
          </p:cNvPr>
          <p:cNvSpPr>
            <a:spLocks noGrp="1"/>
          </p:cNvSpPr>
          <p:nvPr>
            <p:ph type="body" sz="quarter" idx="12"/>
          </p:nvPr>
        </p:nvSpPr>
        <p:spPr>
          <a:xfrm>
            <a:off x="9420868" y="1950356"/>
            <a:ext cx="2578092" cy="2573384"/>
          </a:xfrm>
        </p:spPr>
        <p:txBody>
          <a:bodyPr/>
          <a:lstStyle/>
          <a:p>
            <a:r>
              <a:rPr lang="nl-NL" dirty="0" err="1"/>
              <a:t>Spending</a:t>
            </a:r>
            <a:r>
              <a:rPr lang="nl-NL" dirty="0"/>
              <a:t> </a:t>
            </a:r>
            <a:r>
              <a:rPr lang="nl-NL" dirty="0" err="1"/>
              <a:t>priorities</a:t>
            </a:r>
            <a:r>
              <a:rPr lang="nl-NL" dirty="0"/>
              <a:t> </a:t>
            </a:r>
            <a:r>
              <a:rPr lang="nl-NL" dirty="0" err="1"/>
              <a:t>and</a:t>
            </a:r>
            <a:r>
              <a:rPr lang="nl-NL" dirty="0"/>
              <a:t> </a:t>
            </a:r>
            <a:r>
              <a:rPr lang="nl-NL" dirty="0" err="1"/>
              <a:t>satisfaction</a:t>
            </a:r>
            <a:r>
              <a:rPr lang="nl-NL" dirty="0"/>
              <a:t> </a:t>
            </a:r>
            <a:r>
              <a:rPr lang="nl-NL" dirty="0" err="1"/>
              <a:t>across</a:t>
            </a:r>
            <a:r>
              <a:rPr lang="nl-NL" dirty="0"/>
              <a:t> welfare types, </a:t>
            </a:r>
            <a:r>
              <a:rPr lang="nl-NL" dirty="0" err="1"/>
              <a:t>average</a:t>
            </a:r>
            <a:r>
              <a:rPr lang="nl-NL" dirty="0"/>
              <a:t> of </a:t>
            </a:r>
            <a:r>
              <a:rPr lang="nl-NL" dirty="0" err="1"/>
              <a:t>allr</a:t>
            </a:r>
            <a:r>
              <a:rPr lang="nl-NL" dirty="0"/>
              <a:t> </a:t>
            </a:r>
            <a:r>
              <a:rPr lang="nl-NL" dirty="0" err="1"/>
              <a:t>rounds</a:t>
            </a:r>
            <a:endParaRPr lang="nl-NL" dirty="0"/>
          </a:p>
          <a:p>
            <a:endParaRPr lang="nl-NL" dirty="0"/>
          </a:p>
          <a:p>
            <a:r>
              <a:rPr lang="nl-NL" dirty="0"/>
              <a:t>For 2 </a:t>
            </a:r>
            <a:r>
              <a:rPr lang="nl-NL" dirty="0" err="1"/>
              <a:t>sessionms</a:t>
            </a:r>
            <a:endParaRPr lang="nl-NL" dirty="0"/>
          </a:p>
        </p:txBody>
      </p:sp>
      <p:pic>
        <p:nvPicPr>
          <p:cNvPr id="5" name="Afbeelding 4">
            <a:extLst>
              <a:ext uri="{FF2B5EF4-FFF2-40B4-BE49-F238E27FC236}">
                <a16:creationId xmlns:a16="http://schemas.microsoft.com/office/drawing/2014/main" id="{29996FBC-1868-C0CE-BAFC-C9CA1F3B1622}"/>
              </a:ext>
            </a:extLst>
          </p:cNvPr>
          <p:cNvPicPr>
            <a:picLocks noChangeAspect="1"/>
          </p:cNvPicPr>
          <p:nvPr/>
        </p:nvPicPr>
        <p:blipFill>
          <a:blip r:embed="rId3"/>
          <a:stretch>
            <a:fillRect/>
          </a:stretch>
        </p:blipFill>
        <p:spPr>
          <a:xfrm>
            <a:off x="0" y="3429000"/>
            <a:ext cx="9205370" cy="3429000"/>
          </a:xfrm>
          <a:prstGeom prst="rect">
            <a:avLst/>
          </a:prstGeom>
          <a:noFill/>
        </p:spPr>
      </p:pic>
    </p:spTree>
    <p:extLst>
      <p:ext uri="{BB962C8B-B14F-4D97-AF65-F5344CB8AC3E}">
        <p14:creationId xmlns:p14="http://schemas.microsoft.com/office/powerpoint/2010/main" val="2886343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0018C-E661-A674-EB5E-0E949C04BCA8}"/>
            </a:ext>
          </a:extLst>
        </p:cNvPr>
        <p:cNvGrpSpPr/>
        <p:nvPr/>
      </p:nvGrpSpPr>
      <p:grpSpPr>
        <a:xfrm>
          <a:off x="0" y="0"/>
          <a:ext cx="0" cy="0"/>
          <a:chOff x="0" y="0"/>
          <a:chExt cx="0" cy="0"/>
        </a:xfrm>
      </p:grpSpPr>
      <p:pic>
        <p:nvPicPr>
          <p:cNvPr id="10" name="Afbeelding 9">
            <a:extLst>
              <a:ext uri="{FF2B5EF4-FFF2-40B4-BE49-F238E27FC236}">
                <a16:creationId xmlns:a16="http://schemas.microsoft.com/office/drawing/2014/main" id="{123D922D-03B3-10CA-919D-6FC1442A8FAB}"/>
              </a:ext>
            </a:extLst>
          </p:cNvPr>
          <p:cNvPicPr>
            <a:picLocks noChangeAspect="1"/>
          </p:cNvPicPr>
          <p:nvPr/>
        </p:nvPicPr>
        <p:blipFill>
          <a:blip r:embed="rId2"/>
          <a:stretch>
            <a:fillRect/>
          </a:stretch>
        </p:blipFill>
        <p:spPr>
          <a:xfrm>
            <a:off x="-193040" y="672196"/>
            <a:ext cx="3171855" cy="2098211"/>
          </a:xfrm>
          <a:prstGeom prst="rect">
            <a:avLst/>
          </a:prstGeom>
        </p:spPr>
      </p:pic>
      <p:pic>
        <p:nvPicPr>
          <p:cNvPr id="12" name="Afbeelding 11">
            <a:extLst>
              <a:ext uri="{FF2B5EF4-FFF2-40B4-BE49-F238E27FC236}">
                <a16:creationId xmlns:a16="http://schemas.microsoft.com/office/drawing/2014/main" id="{13E13B00-A1CB-43FF-E854-D8015E22F73E}"/>
              </a:ext>
            </a:extLst>
          </p:cNvPr>
          <p:cNvPicPr>
            <a:picLocks noChangeAspect="1"/>
          </p:cNvPicPr>
          <p:nvPr/>
        </p:nvPicPr>
        <p:blipFill>
          <a:blip r:embed="rId3"/>
          <a:stretch>
            <a:fillRect/>
          </a:stretch>
        </p:blipFill>
        <p:spPr>
          <a:xfrm>
            <a:off x="3058051" y="672196"/>
            <a:ext cx="3108683" cy="2098212"/>
          </a:xfrm>
          <a:prstGeom prst="rect">
            <a:avLst/>
          </a:prstGeom>
        </p:spPr>
      </p:pic>
      <p:pic>
        <p:nvPicPr>
          <p:cNvPr id="14" name="Afbeelding 13">
            <a:extLst>
              <a:ext uri="{FF2B5EF4-FFF2-40B4-BE49-F238E27FC236}">
                <a16:creationId xmlns:a16="http://schemas.microsoft.com/office/drawing/2014/main" id="{7A19ADD3-A2F6-73C3-F424-42777806254E}"/>
              </a:ext>
            </a:extLst>
          </p:cNvPr>
          <p:cNvPicPr>
            <a:picLocks noChangeAspect="1"/>
          </p:cNvPicPr>
          <p:nvPr/>
        </p:nvPicPr>
        <p:blipFill>
          <a:blip r:embed="rId4"/>
          <a:stretch>
            <a:fillRect/>
          </a:stretch>
        </p:blipFill>
        <p:spPr>
          <a:xfrm>
            <a:off x="6229906" y="691430"/>
            <a:ext cx="3171857" cy="2098212"/>
          </a:xfrm>
          <a:prstGeom prst="rect">
            <a:avLst/>
          </a:prstGeom>
        </p:spPr>
      </p:pic>
      <p:pic>
        <p:nvPicPr>
          <p:cNvPr id="16" name="Afbeelding 15">
            <a:extLst>
              <a:ext uri="{FF2B5EF4-FFF2-40B4-BE49-F238E27FC236}">
                <a16:creationId xmlns:a16="http://schemas.microsoft.com/office/drawing/2014/main" id="{1D06E321-A1BA-3B33-FFD7-E726D466FF4F}"/>
              </a:ext>
            </a:extLst>
          </p:cNvPr>
          <p:cNvPicPr>
            <a:picLocks noChangeAspect="1"/>
          </p:cNvPicPr>
          <p:nvPr/>
        </p:nvPicPr>
        <p:blipFill>
          <a:blip r:embed="rId5"/>
          <a:stretch>
            <a:fillRect/>
          </a:stretch>
        </p:blipFill>
        <p:spPr>
          <a:xfrm>
            <a:off x="9464935" y="693209"/>
            <a:ext cx="2955141" cy="2096433"/>
          </a:xfrm>
          <a:prstGeom prst="rect">
            <a:avLst/>
          </a:prstGeom>
        </p:spPr>
      </p:pic>
      <p:pic>
        <p:nvPicPr>
          <p:cNvPr id="18" name="Afbeelding 17">
            <a:extLst>
              <a:ext uri="{FF2B5EF4-FFF2-40B4-BE49-F238E27FC236}">
                <a16:creationId xmlns:a16="http://schemas.microsoft.com/office/drawing/2014/main" id="{F50A42DB-DD12-22A4-D77E-478DD5616E61}"/>
              </a:ext>
            </a:extLst>
          </p:cNvPr>
          <p:cNvPicPr>
            <a:picLocks noChangeAspect="1"/>
          </p:cNvPicPr>
          <p:nvPr/>
        </p:nvPicPr>
        <p:blipFill>
          <a:blip r:embed="rId6"/>
          <a:stretch>
            <a:fillRect/>
          </a:stretch>
        </p:blipFill>
        <p:spPr>
          <a:xfrm>
            <a:off x="-96520" y="3163032"/>
            <a:ext cx="2978814" cy="2098212"/>
          </a:xfrm>
          <a:prstGeom prst="rect">
            <a:avLst/>
          </a:prstGeom>
        </p:spPr>
      </p:pic>
      <p:pic>
        <p:nvPicPr>
          <p:cNvPr id="20" name="Afbeelding 19">
            <a:extLst>
              <a:ext uri="{FF2B5EF4-FFF2-40B4-BE49-F238E27FC236}">
                <a16:creationId xmlns:a16="http://schemas.microsoft.com/office/drawing/2014/main" id="{D2533BCB-AE2B-BCDA-D6C9-E943D2B3E201}"/>
              </a:ext>
            </a:extLst>
          </p:cNvPr>
          <p:cNvPicPr>
            <a:picLocks noChangeAspect="1"/>
          </p:cNvPicPr>
          <p:nvPr/>
        </p:nvPicPr>
        <p:blipFill>
          <a:blip r:embed="rId7"/>
          <a:stretch>
            <a:fillRect/>
          </a:stretch>
        </p:blipFill>
        <p:spPr>
          <a:xfrm>
            <a:off x="2962140" y="3163033"/>
            <a:ext cx="3187920" cy="2098211"/>
          </a:xfrm>
          <a:prstGeom prst="rect">
            <a:avLst/>
          </a:prstGeom>
        </p:spPr>
      </p:pic>
      <p:pic>
        <p:nvPicPr>
          <p:cNvPr id="22" name="Afbeelding 21">
            <a:extLst>
              <a:ext uri="{FF2B5EF4-FFF2-40B4-BE49-F238E27FC236}">
                <a16:creationId xmlns:a16="http://schemas.microsoft.com/office/drawing/2014/main" id="{EC84E6BF-D0D2-9575-CF60-D29600682D6B}"/>
              </a:ext>
            </a:extLst>
          </p:cNvPr>
          <p:cNvPicPr>
            <a:picLocks noChangeAspect="1"/>
          </p:cNvPicPr>
          <p:nvPr/>
        </p:nvPicPr>
        <p:blipFill>
          <a:blip r:embed="rId8"/>
          <a:stretch>
            <a:fillRect/>
          </a:stretch>
        </p:blipFill>
        <p:spPr>
          <a:xfrm>
            <a:off x="6229906" y="3163032"/>
            <a:ext cx="3171857" cy="2098213"/>
          </a:xfrm>
          <a:prstGeom prst="rect">
            <a:avLst/>
          </a:prstGeom>
        </p:spPr>
      </p:pic>
      <p:pic>
        <p:nvPicPr>
          <p:cNvPr id="24" name="Afbeelding 23">
            <a:extLst>
              <a:ext uri="{FF2B5EF4-FFF2-40B4-BE49-F238E27FC236}">
                <a16:creationId xmlns:a16="http://schemas.microsoft.com/office/drawing/2014/main" id="{3368D57E-54FB-BAC0-56EC-3576E0950CE3}"/>
              </a:ext>
            </a:extLst>
          </p:cNvPr>
          <p:cNvPicPr>
            <a:picLocks noChangeAspect="1"/>
          </p:cNvPicPr>
          <p:nvPr/>
        </p:nvPicPr>
        <p:blipFill>
          <a:blip r:embed="rId9"/>
          <a:stretch>
            <a:fillRect/>
          </a:stretch>
        </p:blipFill>
        <p:spPr>
          <a:xfrm>
            <a:off x="9497672" y="3164811"/>
            <a:ext cx="2946875" cy="2096433"/>
          </a:xfrm>
          <a:prstGeom prst="rect">
            <a:avLst/>
          </a:prstGeom>
        </p:spPr>
      </p:pic>
      <p:pic>
        <p:nvPicPr>
          <p:cNvPr id="26" name="Afbeelding 25">
            <a:extLst>
              <a:ext uri="{FF2B5EF4-FFF2-40B4-BE49-F238E27FC236}">
                <a16:creationId xmlns:a16="http://schemas.microsoft.com/office/drawing/2014/main" id="{0C59590E-5BAC-1BE6-D71D-2A90E96D42A3}"/>
              </a:ext>
            </a:extLst>
          </p:cNvPr>
          <p:cNvPicPr>
            <a:picLocks noChangeAspect="1"/>
          </p:cNvPicPr>
          <p:nvPr/>
        </p:nvPicPr>
        <p:blipFill>
          <a:blip r:embed="rId10"/>
          <a:stretch>
            <a:fillRect/>
          </a:stretch>
        </p:blipFill>
        <p:spPr>
          <a:xfrm>
            <a:off x="4815040" y="5568595"/>
            <a:ext cx="3000794" cy="1095528"/>
          </a:xfrm>
          <a:prstGeom prst="rect">
            <a:avLst/>
          </a:prstGeom>
        </p:spPr>
      </p:pic>
    </p:spTree>
    <p:extLst>
      <p:ext uri="{BB962C8B-B14F-4D97-AF65-F5344CB8AC3E}">
        <p14:creationId xmlns:p14="http://schemas.microsoft.com/office/powerpoint/2010/main" val="1422180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B8210-AF2C-A9D6-CF42-0044FFA4659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8B4711CF-A1F9-162E-C2D4-1754FE819737}"/>
              </a:ext>
            </a:extLst>
          </p:cNvPr>
          <p:cNvSpPr>
            <a:spLocks noGrp="1"/>
          </p:cNvSpPr>
          <p:nvPr>
            <p:ph type="title"/>
          </p:nvPr>
        </p:nvSpPr>
        <p:spPr>
          <a:xfrm>
            <a:off x="1353827" y="3508311"/>
            <a:ext cx="9923770" cy="1438762"/>
          </a:xfrm>
        </p:spPr>
        <p:txBody>
          <a:bodyPr anchor="b">
            <a:normAutofit/>
          </a:bodyPr>
          <a:lstStyle/>
          <a:p>
            <a:r>
              <a:rPr lang="en-US" dirty="0"/>
              <a:t>Investment, damage, and satisfaction across welfare types</a:t>
            </a:r>
          </a:p>
        </p:txBody>
      </p:sp>
      <p:pic>
        <p:nvPicPr>
          <p:cNvPr id="3" name="Afbeelding 2">
            <a:extLst>
              <a:ext uri="{FF2B5EF4-FFF2-40B4-BE49-F238E27FC236}">
                <a16:creationId xmlns:a16="http://schemas.microsoft.com/office/drawing/2014/main" id="{DE7529A0-A85F-28B0-55D8-E50A6254358D}"/>
              </a:ext>
            </a:extLst>
          </p:cNvPr>
          <p:cNvPicPr>
            <a:picLocks noChangeAspect="1"/>
          </p:cNvPicPr>
          <p:nvPr/>
        </p:nvPicPr>
        <p:blipFill>
          <a:blip r:embed="rId2"/>
          <a:stretch>
            <a:fillRect/>
          </a:stretch>
        </p:blipFill>
        <p:spPr>
          <a:xfrm>
            <a:off x="2734832" y="0"/>
            <a:ext cx="6723530" cy="3429000"/>
          </a:xfrm>
          <a:prstGeom prst="rect">
            <a:avLst/>
          </a:prstGeom>
          <a:noFill/>
        </p:spPr>
      </p:pic>
      <p:sp>
        <p:nvSpPr>
          <p:cNvPr id="13" name="Text Placeholder 3">
            <a:extLst>
              <a:ext uri="{FF2B5EF4-FFF2-40B4-BE49-F238E27FC236}">
                <a16:creationId xmlns:a16="http://schemas.microsoft.com/office/drawing/2014/main" id="{E706FB61-903E-FBBC-B815-9B861AB1B789}"/>
              </a:ext>
            </a:extLst>
          </p:cNvPr>
          <p:cNvSpPr>
            <a:spLocks noGrp="1"/>
          </p:cNvSpPr>
          <p:nvPr>
            <p:ph type="body" sz="quarter" idx="12"/>
          </p:nvPr>
        </p:nvSpPr>
        <p:spPr>
          <a:xfrm>
            <a:off x="1353828" y="5228488"/>
            <a:ext cx="9923770" cy="1368256"/>
          </a:xfrm>
        </p:spPr>
        <p:txBody>
          <a:bodyPr anchor="t">
            <a:normAutofit/>
          </a:bodyPr>
          <a:lstStyle/>
          <a:p>
            <a:r>
              <a:rPr lang="en-US" dirty="0"/>
              <a:t>This plot is useful because it shows how spending, damage, and satisfaction are connected across welfare types. You can easily see that higher-welfare groups spend more, experience less damage, and end up more satisfied. This makes it a clear tool for comparing groups and judging whether investments are effective.</a:t>
            </a:r>
          </a:p>
          <a:p>
            <a:pPr>
              <a:spcAft>
                <a:spcPts val="600"/>
              </a:spcAft>
            </a:pPr>
            <a:endParaRPr lang="en-US" dirty="0"/>
          </a:p>
        </p:txBody>
      </p:sp>
      <p:sp>
        <p:nvSpPr>
          <p:cNvPr id="4" name="Tijdelijke aanduiding voor dianummer 3" hidden="1">
            <a:extLst>
              <a:ext uri="{FF2B5EF4-FFF2-40B4-BE49-F238E27FC236}">
                <a16:creationId xmlns:a16="http://schemas.microsoft.com/office/drawing/2014/main" id="{55E3001A-C01D-5DA8-CE23-0C558B5E2CE7}"/>
              </a:ext>
            </a:extLst>
          </p:cNvPr>
          <p:cNvSpPr>
            <a:spLocks noGrp="1"/>
          </p:cNvSpPr>
          <p:nvPr>
            <p:ph type="sldNum" sz="quarter" idx="4294967295"/>
          </p:nvPr>
        </p:nvSpPr>
        <p:spPr>
          <a:xfrm>
            <a:off x="412136" y="5943601"/>
            <a:ext cx="968983" cy="651912"/>
          </a:xfrm>
        </p:spPr>
        <p:txBody>
          <a:bodyPr/>
          <a:lstStyle/>
          <a:p>
            <a:pPr rtl="0">
              <a:spcAft>
                <a:spcPts val="600"/>
              </a:spcAft>
            </a:pPr>
            <a:fld id="{18D65601-5AE2-46FC-B138-694DDD2B510D}" type="slidenum">
              <a:rPr lang="nl-NL" smtClean="0"/>
              <a:pPr rtl="0">
                <a:spcAft>
                  <a:spcPts val="600"/>
                </a:spcAft>
              </a:pPr>
              <a:t>13</a:t>
            </a:fld>
            <a:endParaRPr lang="nl-NL"/>
          </a:p>
        </p:txBody>
      </p:sp>
    </p:spTree>
    <p:extLst>
      <p:ext uri="{BB962C8B-B14F-4D97-AF65-F5344CB8AC3E}">
        <p14:creationId xmlns:p14="http://schemas.microsoft.com/office/powerpoint/2010/main" val="107132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1D7D9AC8-8C28-17B4-54B3-B787279C93D4}"/>
              </a:ext>
            </a:extLst>
          </p:cNvPr>
          <p:cNvPicPr>
            <a:picLocks noChangeAspect="1"/>
          </p:cNvPicPr>
          <p:nvPr/>
        </p:nvPicPr>
        <p:blipFill>
          <a:blip r:embed="rId2"/>
          <a:stretch>
            <a:fillRect/>
          </a:stretch>
        </p:blipFill>
        <p:spPr>
          <a:xfrm>
            <a:off x="193418" y="2058212"/>
            <a:ext cx="3698240" cy="2530847"/>
          </a:xfrm>
          <a:prstGeom prst="rect">
            <a:avLst/>
          </a:prstGeom>
        </p:spPr>
      </p:pic>
      <p:pic>
        <p:nvPicPr>
          <p:cNvPr id="8" name="Afbeelding 7">
            <a:extLst>
              <a:ext uri="{FF2B5EF4-FFF2-40B4-BE49-F238E27FC236}">
                <a16:creationId xmlns:a16="http://schemas.microsoft.com/office/drawing/2014/main" id="{9A76D199-80F7-1939-35C9-8577440FEC47}"/>
              </a:ext>
            </a:extLst>
          </p:cNvPr>
          <p:cNvPicPr>
            <a:picLocks noChangeAspect="1"/>
          </p:cNvPicPr>
          <p:nvPr/>
        </p:nvPicPr>
        <p:blipFill>
          <a:blip r:embed="rId3"/>
          <a:stretch>
            <a:fillRect/>
          </a:stretch>
        </p:blipFill>
        <p:spPr>
          <a:xfrm>
            <a:off x="8121031" y="2043237"/>
            <a:ext cx="3870750" cy="2530847"/>
          </a:xfrm>
          <a:prstGeom prst="rect">
            <a:avLst/>
          </a:prstGeom>
        </p:spPr>
      </p:pic>
      <p:pic>
        <p:nvPicPr>
          <p:cNvPr id="10" name="Afbeelding 9">
            <a:extLst>
              <a:ext uri="{FF2B5EF4-FFF2-40B4-BE49-F238E27FC236}">
                <a16:creationId xmlns:a16="http://schemas.microsoft.com/office/drawing/2014/main" id="{46D804DE-D944-1D92-F15D-EA42E58BB312}"/>
              </a:ext>
            </a:extLst>
          </p:cNvPr>
          <p:cNvPicPr>
            <a:picLocks noChangeAspect="1"/>
          </p:cNvPicPr>
          <p:nvPr/>
        </p:nvPicPr>
        <p:blipFill>
          <a:blip r:embed="rId4"/>
          <a:stretch>
            <a:fillRect/>
          </a:stretch>
        </p:blipFill>
        <p:spPr>
          <a:xfrm>
            <a:off x="4070970" y="2058212"/>
            <a:ext cx="3870749" cy="2500895"/>
          </a:xfrm>
          <a:prstGeom prst="rect">
            <a:avLst/>
          </a:prstGeom>
        </p:spPr>
      </p:pic>
      <p:pic>
        <p:nvPicPr>
          <p:cNvPr id="12" name="Afbeelding 11">
            <a:extLst>
              <a:ext uri="{FF2B5EF4-FFF2-40B4-BE49-F238E27FC236}">
                <a16:creationId xmlns:a16="http://schemas.microsoft.com/office/drawing/2014/main" id="{FBB333A0-D533-F258-F050-FB20BAF73DAB}"/>
              </a:ext>
            </a:extLst>
          </p:cNvPr>
          <p:cNvPicPr>
            <a:picLocks noChangeAspect="1"/>
          </p:cNvPicPr>
          <p:nvPr/>
        </p:nvPicPr>
        <p:blipFill>
          <a:blip r:embed="rId5"/>
          <a:stretch>
            <a:fillRect/>
          </a:stretch>
        </p:blipFill>
        <p:spPr>
          <a:xfrm>
            <a:off x="3185094" y="1021058"/>
            <a:ext cx="5496692" cy="304843"/>
          </a:xfrm>
          <a:prstGeom prst="rect">
            <a:avLst/>
          </a:prstGeom>
        </p:spPr>
      </p:pic>
      <p:pic>
        <p:nvPicPr>
          <p:cNvPr id="14" name="Afbeelding 13">
            <a:extLst>
              <a:ext uri="{FF2B5EF4-FFF2-40B4-BE49-F238E27FC236}">
                <a16:creationId xmlns:a16="http://schemas.microsoft.com/office/drawing/2014/main" id="{EB765EFD-FFEB-A6F1-CAF5-BCB8EDF15509}"/>
              </a:ext>
            </a:extLst>
          </p:cNvPr>
          <p:cNvPicPr>
            <a:picLocks noChangeAspect="1"/>
          </p:cNvPicPr>
          <p:nvPr/>
        </p:nvPicPr>
        <p:blipFill>
          <a:blip r:embed="rId6"/>
          <a:stretch>
            <a:fillRect/>
          </a:stretch>
        </p:blipFill>
        <p:spPr>
          <a:xfrm>
            <a:off x="4580701" y="4986236"/>
            <a:ext cx="2705478" cy="1457528"/>
          </a:xfrm>
          <a:prstGeom prst="rect">
            <a:avLst/>
          </a:prstGeom>
        </p:spPr>
      </p:pic>
      <p:sp>
        <p:nvSpPr>
          <p:cNvPr id="15" name="Tekstvak 14">
            <a:extLst>
              <a:ext uri="{FF2B5EF4-FFF2-40B4-BE49-F238E27FC236}">
                <a16:creationId xmlns:a16="http://schemas.microsoft.com/office/drawing/2014/main" id="{9EC86796-1921-FF6A-70C6-1CB52F3551B5}"/>
              </a:ext>
            </a:extLst>
          </p:cNvPr>
          <p:cNvSpPr txBox="1"/>
          <p:nvPr/>
        </p:nvSpPr>
        <p:spPr>
          <a:xfrm>
            <a:off x="975738" y="6925"/>
            <a:ext cx="2133600" cy="923330"/>
          </a:xfrm>
          <a:prstGeom prst="rect">
            <a:avLst/>
          </a:prstGeom>
          <a:noFill/>
        </p:spPr>
        <p:txBody>
          <a:bodyPr wrap="square" rtlCol="0">
            <a:spAutoFit/>
          </a:bodyPr>
          <a:lstStyle/>
          <a:p>
            <a:r>
              <a:rPr lang="nl-NL" dirty="0" err="1"/>
              <a:t>Average</a:t>
            </a:r>
            <a:r>
              <a:rPr lang="nl-NL" dirty="0"/>
              <a:t> of </a:t>
            </a:r>
            <a:r>
              <a:rPr lang="nl-NL" dirty="0" err="1"/>
              <a:t>all</a:t>
            </a:r>
            <a:r>
              <a:rPr lang="nl-NL" dirty="0"/>
              <a:t> </a:t>
            </a:r>
            <a:r>
              <a:rPr lang="nl-NL" dirty="0" err="1"/>
              <a:t>rounds</a:t>
            </a:r>
            <a:r>
              <a:rPr lang="nl-NL" dirty="0"/>
              <a:t> </a:t>
            </a:r>
            <a:r>
              <a:rPr lang="nl-NL" dirty="0" err="1"/>
              <a:t>for</a:t>
            </a:r>
            <a:r>
              <a:rPr lang="nl-NL" dirty="0"/>
              <a:t> </a:t>
            </a:r>
            <a:r>
              <a:rPr lang="nl-NL" dirty="0" err="1"/>
              <a:t>each</a:t>
            </a:r>
            <a:r>
              <a:rPr lang="nl-NL" dirty="0"/>
              <a:t> </a:t>
            </a:r>
            <a:r>
              <a:rPr lang="nl-NL" dirty="0" err="1"/>
              <a:t>session</a:t>
            </a:r>
            <a:endParaRPr lang="nl-NL" dirty="0"/>
          </a:p>
        </p:txBody>
      </p:sp>
    </p:spTree>
    <p:extLst>
      <p:ext uri="{BB962C8B-B14F-4D97-AF65-F5344CB8AC3E}">
        <p14:creationId xmlns:p14="http://schemas.microsoft.com/office/powerpoint/2010/main" val="1693954957"/>
      </p:ext>
    </p:extLst>
  </p:cSld>
  <p:clrMapOvr>
    <a:masterClrMapping/>
  </p:clrMapOvr>
</p:sld>
</file>

<file path=ppt/theme/theme1.xml><?xml version="1.0" encoding="utf-8"?>
<a:theme xmlns:a="http://schemas.openxmlformats.org/drawingml/2006/main" name="Aangepast">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08_TF78544816_Win32" id="{B5B89561-239B-4578-B9D3-CA4366947AB7}" vid="{38976A8E-5D72-4BCE-9812-04E773DA349D}"/>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themeOverride>
</file>

<file path=ppt/theme/themeOverride2.xml><?xml version="1.0" encoding="utf-8"?>
<a:themeOverride xmlns:a="http://schemas.openxmlformats.org/drawingml/2006/main">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themeOverride>
</file>

<file path=ppt/theme/themeOverride3.xml><?xml version="1.0" encoding="utf-8"?>
<a:themeOverride xmlns:a="http://schemas.openxmlformats.org/drawingml/2006/main">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themeOverride>
</file>

<file path=ppt/theme/themeOverride4.xml><?xml version="1.0" encoding="utf-8"?>
<a:themeOverride xmlns:a="http://schemas.openxmlformats.org/drawingml/2006/main">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DE3707C-8CAB-4302-B7E1-D32E1543E05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176</TotalTime>
  <Words>456</Words>
  <Application>Microsoft Office PowerPoint</Application>
  <PresentationFormat>Breedbeeld</PresentationFormat>
  <Paragraphs>51</Paragraphs>
  <Slides>14</Slides>
  <Notes>5</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14</vt:i4>
      </vt:variant>
    </vt:vector>
  </HeadingPairs>
  <TitlesOfParts>
    <vt:vector size="19" baseType="lpstr">
      <vt:lpstr>Arial</vt:lpstr>
      <vt:lpstr>Calibri</vt:lpstr>
      <vt:lpstr>Tisa Offc Serif Pro</vt:lpstr>
      <vt:lpstr>Univers Light</vt:lpstr>
      <vt:lpstr>Aangepast</vt:lpstr>
      <vt:lpstr>Data visualisation   WhereWeMove</vt:lpstr>
      <vt:lpstr>RQ2: What behavioural patterns emerge in housing &amp; flood protection choices based on players welfare types in the WhereWeMove game? </vt:lpstr>
      <vt:lpstr>Cost distribution per welfare type</vt:lpstr>
      <vt:lpstr>PowerPoint-presentatie</vt:lpstr>
      <vt:lpstr>PowerPoint-presentatie</vt:lpstr>
      <vt:lpstr>PowerPoint-presentatie</vt:lpstr>
      <vt:lpstr>PowerPoint-presentatie</vt:lpstr>
      <vt:lpstr>Impact of welfare type on added housing protection per living area</vt:lpstr>
      <vt:lpstr>PowerPoint-presentatie</vt:lpstr>
      <vt:lpstr>Spending priorities and satisfaction across welfare types</vt:lpstr>
      <vt:lpstr>PowerPoint-presentatie</vt:lpstr>
      <vt:lpstr>PowerPoint-presentatie</vt:lpstr>
      <vt:lpstr>Investment, damage, and satisfaction across welfare types</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Anne Sophia Huitema</dc:creator>
  <cp:lastModifiedBy>Anne Sophia Huitema</cp:lastModifiedBy>
  <cp:revision>1</cp:revision>
  <dcterms:created xsi:type="dcterms:W3CDTF">2025-11-26T18:04:39Z</dcterms:created>
  <dcterms:modified xsi:type="dcterms:W3CDTF">2025-11-26T21:05:31Z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